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60" r:id="rId14"/>
    <p:sldId id="261" r:id="rId15"/>
    <p:sldId id="262" r:id="rId16"/>
    <p:sldId id="272" r:id="rId17"/>
    <p:sldId id="273" r:id="rId18"/>
    <p:sldId id="274" r:id="rId19"/>
    <p:sldId id="263" r:id="rId20"/>
    <p:sldId id="264" r:id="rId21"/>
    <p:sldId id="265" r:id="rId22"/>
    <p:sldId id="266" r:id="rId23"/>
    <p:sldId id="267" r:id="rId24"/>
    <p:sldId id="268" r:id="rId25"/>
    <p:sldId id="283" r:id="rId26"/>
    <p:sldId id="270" r:id="rId27"/>
    <p:sldId id="269" r:id="rId28"/>
    <p:sldId id="271" r:id="rId29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9C6F3C-E25C-4D4D-93EB-3BA0A28151C7}" type="datetimeFigureOut">
              <a:rPr lang="tr-TR" smtClean="0"/>
              <a:t>13.12.2024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299AFE-3590-4CB6-93C0-C3D78F1104A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17661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2DC628D-17B8-4864-8729-6C45E9AC06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A14C9F0-36F4-4EB3-8ECB-3EF6142F2F79}" type="slidenum">
              <a:rPr lang="en-US" altLang="tr-TR"/>
              <a:pPr/>
              <a:t>5</a:t>
            </a:fld>
            <a:endParaRPr lang="en-US" altLang="tr-TR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A3D07B49-2815-4EF3-AE78-3191C2C077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EA69D24C-CC65-4B00-903B-FC0BEF7319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C40DAD2-ACBC-4EAA-B4B0-0F9EFCE105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559BD87-418E-49A4-9E85-C673779F360A}" type="slidenum">
              <a:rPr lang="en-US" altLang="tr-TR"/>
              <a:pPr/>
              <a:t>6</a:t>
            </a:fld>
            <a:endParaRPr lang="en-US" altLang="tr-TR"/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3788152A-9368-4760-9F2D-205D61DB05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49334DF9-EA3D-407D-9783-E771B1EA97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CBD1060-9193-4855-8B62-3B7D51030F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F470CF6-B501-4736-A95F-54842E11CDDB}" type="slidenum">
              <a:rPr lang="en-US" altLang="tr-TR"/>
              <a:pPr/>
              <a:t>7</a:t>
            </a:fld>
            <a:endParaRPr lang="en-US" altLang="tr-TR"/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12815DE6-3385-456C-A311-9AC74E6FF8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BC318DE3-5B4E-42C6-9474-A40558DA32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B3B8359-BC20-4A3A-948B-064C9E8D55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C81D0F-C12E-420E-95D5-43D7D3C817F5}" type="slidenum">
              <a:rPr lang="en-US" altLang="tr-TR"/>
              <a:pPr/>
              <a:t>8</a:t>
            </a:fld>
            <a:endParaRPr lang="en-US" altLang="tr-TR"/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3B388C3A-6A88-4D7E-9458-29D2BF3370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DC6B6F4A-66F1-4BFF-B636-2B00037C7C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0991A60-3632-4911-91EE-85BFA95BD1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935FF4F-BF21-48F2-8E9A-BE2239AEA263}" type="slidenum">
              <a:rPr lang="en-US" altLang="tr-TR"/>
              <a:pPr/>
              <a:t>9</a:t>
            </a:fld>
            <a:endParaRPr lang="en-US" altLang="tr-TR"/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2D0255A4-1FEA-4151-B99C-7F84914729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6EEDB49B-3F9B-4666-AEEC-CC08512526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6BB0C5D-A42A-4272-9A4B-1246A100E5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4EB373-A69D-45A0-89D9-850137CF6553}" type="slidenum">
              <a:rPr lang="en-US" altLang="tr-TR"/>
              <a:pPr/>
              <a:t>10</a:t>
            </a:fld>
            <a:endParaRPr lang="en-US" altLang="tr-TR"/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805DA15D-4E7F-467F-8F77-FEE5E1419B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3438164B-A6D7-4869-8B01-C8DE7239EA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DCD9F8B-2786-4040-A598-5F90BAFB31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253149D-143B-41C2-8CE2-F0902F5260EC}" type="slidenum">
              <a:rPr lang="en-US" altLang="tr-TR"/>
              <a:pPr/>
              <a:t>11</a:t>
            </a:fld>
            <a:endParaRPr lang="en-US" altLang="tr-TR"/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83CFB57C-9019-4B26-A980-AFB975703A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B4E54E77-A5AE-400F-AE21-2C6070C01A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2F40547-E5DC-49BC-9451-F886CED6D5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D787A4-D374-4A46-A252-D939BD254A62}" type="slidenum">
              <a:rPr lang="en-US" altLang="tr-TR"/>
              <a:pPr/>
              <a:t>12</a:t>
            </a:fld>
            <a:endParaRPr lang="en-US" altLang="tr-TR"/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C64F905B-FFC7-4E40-89D3-4E97C3AC3D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97CC7305-7032-4592-A3FE-60A8B53AF3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D2DC23F-D3B6-4A91-8E88-C7AEB9F145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BAF15C6-1594-45B5-863E-1CE7C7D3C825}" type="slidenum">
              <a:rPr lang="en-US" altLang="tr-TR"/>
              <a:pPr/>
              <a:t>25</a:t>
            </a:fld>
            <a:endParaRPr lang="en-US" altLang="tr-TR"/>
          </a:p>
        </p:txBody>
      </p:sp>
      <p:sp>
        <p:nvSpPr>
          <p:cNvPr id="64514" name="Rectangle 2">
            <a:extLst>
              <a:ext uri="{FF2B5EF4-FFF2-40B4-BE49-F238E27FC236}">
                <a16:creationId xmlns:a16="http://schemas.microsoft.com/office/drawing/2014/main" id="{72EF5481-10A1-4A41-A29D-B5934C3F5E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347A024B-970B-4D68-982E-6322108EE4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r-TR" altLang="tr-T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DB6C48D-F68A-4145-84D8-EC3EFD083A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1F721687-E74C-4B30-944F-D3C85ABD5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91B7A4F-179C-4119-AB1C-D25C16150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255D-1676-4BB1-A983-A441B66E654F}" type="datetimeFigureOut">
              <a:rPr lang="tr-TR" smtClean="0"/>
              <a:t>13.12.2024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B1E67A8-6744-4482-8C3A-83DFE6E89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015B793-AAB2-4A27-849A-75FE67395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802F-56C5-40D8-8D19-2AA8CBFAB50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45413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2C44141-BCF7-4E33-A76D-7362973C3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10550E4-AB7C-41E1-B171-A4A3A9D16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BEC97D8-2B27-4D30-BB4C-1EC892E62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255D-1676-4BB1-A983-A441B66E654F}" type="datetimeFigureOut">
              <a:rPr lang="tr-TR" smtClean="0"/>
              <a:t>13.12.2024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548602D-B4F4-4485-B143-F0A548490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46B591D-A2F5-45F1-A752-D9F699F93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802F-56C5-40D8-8D19-2AA8CBFAB50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05109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1F8C71C-2CE6-4C84-ADE8-33AA05C9E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9E70B65-A72D-4C3C-8029-4330B1AB6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88CD664-2B49-45D4-9638-C5E49A39D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255D-1676-4BB1-A983-A441B66E654F}" type="datetimeFigureOut">
              <a:rPr lang="tr-TR" smtClean="0"/>
              <a:t>13.12.2024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7CCA1B4-A45B-469C-BC69-E6166647C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E85FE30-E0DB-4E7B-8106-BB7BE29AE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802F-56C5-40D8-8D19-2AA8CBFAB50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62341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0E4CDE0-11D1-48AF-9624-06CFDE65D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2E5D120-9687-45AC-B77E-1EBCD6B609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9F97B07B-2CAD-4D73-8CA2-2B61B25C48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42B62DC6-745A-4F1C-B58C-5B2A7AF05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255D-1676-4BB1-A983-A441B66E654F}" type="datetimeFigureOut">
              <a:rPr lang="tr-TR" smtClean="0"/>
              <a:t>13.12.2024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4E947774-FC24-4490-B8B7-8CAEC457C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EE53CD3-E120-4615-8E7E-9CFFD1128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802F-56C5-40D8-8D19-2AA8CBFAB50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14467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8B94FBF-5AE1-49BA-BF14-CB27DF889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ECF26314-A331-48A3-8C86-3F9A622D16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C1D830A2-9D9B-4680-A29F-D22ABBC618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35FE8A48-6444-465E-8F74-751AD6D1AD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654ABC71-2E5C-41D1-97B9-0C3E7B2AD4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0DD81994-9CA4-4C93-A3E5-A6307F032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255D-1676-4BB1-A983-A441B66E654F}" type="datetimeFigureOut">
              <a:rPr lang="tr-TR" smtClean="0"/>
              <a:t>13.12.2024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F2FE7724-5FDD-460E-8591-1CB767CC4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F9CCD1AA-A0EF-4656-B997-38602F8EB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802F-56C5-40D8-8D19-2AA8CBFAB50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94614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CA0F216-C0D0-43C2-9DC6-C855086B1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DA488A46-6DBD-4F6E-A20D-4134F0E04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255D-1676-4BB1-A983-A441B66E654F}" type="datetimeFigureOut">
              <a:rPr lang="tr-TR" smtClean="0"/>
              <a:t>13.12.2024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4A264563-0B65-41DE-ADC8-CF2EBBAAF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61339969-57AB-4D95-9305-126FDC511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802F-56C5-40D8-8D19-2AA8CBFAB50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56535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CDD02CCA-060F-45BE-9E7E-ECE935DC6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255D-1676-4BB1-A983-A441B66E654F}" type="datetimeFigureOut">
              <a:rPr lang="tr-TR" smtClean="0"/>
              <a:t>13.12.2024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CC99A1C6-AD2E-408C-BAA1-918F97D02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6156E53C-6154-4907-ADE5-21727F923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802F-56C5-40D8-8D19-2AA8CBFAB50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32373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ACCF357-7C8A-4C26-B685-7281CE83E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31658BB-A8C6-4E90-87AC-E10E4B6A3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4CB8B8C6-A740-423C-8DE2-77FCF7413D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8E264B82-D24C-4BD6-8A9B-513217394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255D-1676-4BB1-A983-A441B66E654F}" type="datetimeFigureOut">
              <a:rPr lang="tr-TR" smtClean="0"/>
              <a:t>13.12.2024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4BD9C9B1-A70D-48D0-B017-7D18BA999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1B9A286-34CA-4B7E-96DD-9ED52DF83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802F-56C5-40D8-8D19-2AA8CBFAB50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23669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C207989-C5A3-4252-BEF3-C8DE5DB4E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5C723F09-B88D-42EB-A64A-BEF8678F02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F7BA0534-B8D8-480C-95DD-8F9825603B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743AAFB-9445-4781-A1E6-6E218E61A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255D-1676-4BB1-A983-A441B66E654F}" type="datetimeFigureOut">
              <a:rPr lang="tr-TR" smtClean="0"/>
              <a:t>13.12.2024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41E4C2D6-BFCC-405B-B7B7-AD2F57CB4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243E0F45-B55B-404B-BE70-67B008558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802F-56C5-40D8-8D19-2AA8CBFAB50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01629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D9E0292-44C2-4FEF-907B-DCBFF5909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EEDF3A6D-A61C-484E-AE20-6A5D1A0657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B0403A5-EBBD-4230-924F-E51BA36DE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255D-1676-4BB1-A983-A441B66E654F}" type="datetimeFigureOut">
              <a:rPr lang="tr-TR" smtClean="0"/>
              <a:t>13.12.2024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ECC4071-A3C6-408C-8D31-570A6B477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822BCB8-F170-437F-A55E-D60B1B1E3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802F-56C5-40D8-8D19-2AA8CBFAB50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84008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BEB25783-4254-4B33-BF65-A3347F9D38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217C5BCC-8B28-488F-88C2-8C18D08C9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C4ED6B1-DDBC-4930-BEC7-0546DD378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255D-1676-4BB1-A983-A441B66E654F}" type="datetimeFigureOut">
              <a:rPr lang="tr-TR" smtClean="0"/>
              <a:t>13.12.2024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72F8A8E-5580-464C-AB7B-0564130E0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0F0C45A-4B1D-483D-A350-AE75F8195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802F-56C5-40D8-8D19-2AA8CBFAB50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63321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DDD799CA-A7D9-48C2-8348-30517A5A3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E364FB2-BD37-46CE-ACBC-140B89E8A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F164504-46B1-49F8-A7D0-554823B590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C5255D-1676-4BB1-A983-A441B66E654F}" type="datetimeFigureOut">
              <a:rPr lang="tr-TR" smtClean="0"/>
              <a:t>13.12.2024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908EF10-A6F9-4E6A-90A5-95EF27A018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9DD93C3-92E5-4A76-994C-304A79D827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4C802F-56C5-40D8-8D19-2AA8CBFAB50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08355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image" Target="../media/image32.png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2" Type="http://schemas.openxmlformats.org/officeDocument/2006/relationships/image" Target="../media/image54.png"/><Relationship Id="rId16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5" Type="http://schemas.openxmlformats.org/officeDocument/2006/relationships/image" Target="../media/image6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5" Type="http://schemas.openxmlformats.org/officeDocument/2006/relationships/image" Target="../media/image90.pn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Relationship Id="rId14" Type="http://schemas.openxmlformats.org/officeDocument/2006/relationships/image" Target="../media/image8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12" Type="http://schemas.openxmlformats.org/officeDocument/2006/relationships/image" Target="../media/image87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11" Type="http://schemas.openxmlformats.org/officeDocument/2006/relationships/image" Target="../media/image100.png"/><Relationship Id="rId5" Type="http://schemas.openxmlformats.org/officeDocument/2006/relationships/image" Target="../media/image94.png"/><Relationship Id="rId10" Type="http://schemas.openxmlformats.org/officeDocument/2006/relationships/image" Target="../media/image99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2.png"/><Relationship Id="rId18" Type="http://schemas.openxmlformats.org/officeDocument/2006/relationships/image" Target="../media/image117.png"/><Relationship Id="rId26" Type="http://schemas.openxmlformats.org/officeDocument/2006/relationships/image" Target="../media/image125.png"/><Relationship Id="rId3" Type="http://schemas.openxmlformats.org/officeDocument/2006/relationships/image" Target="../media/image102.png"/><Relationship Id="rId21" Type="http://schemas.openxmlformats.org/officeDocument/2006/relationships/image" Target="../media/image120.png"/><Relationship Id="rId34" Type="http://schemas.openxmlformats.org/officeDocument/2006/relationships/image" Target="../media/image131.png"/><Relationship Id="rId7" Type="http://schemas.openxmlformats.org/officeDocument/2006/relationships/image" Target="../media/image106.png"/><Relationship Id="rId12" Type="http://schemas.openxmlformats.org/officeDocument/2006/relationships/image" Target="../media/image111.png"/><Relationship Id="rId17" Type="http://schemas.openxmlformats.org/officeDocument/2006/relationships/image" Target="../media/image116.png"/><Relationship Id="rId25" Type="http://schemas.openxmlformats.org/officeDocument/2006/relationships/image" Target="../media/image124.png"/><Relationship Id="rId33" Type="http://schemas.openxmlformats.org/officeDocument/2006/relationships/image" Target="../media/image130.png"/><Relationship Id="rId2" Type="http://schemas.openxmlformats.org/officeDocument/2006/relationships/image" Target="../media/image101.png"/><Relationship Id="rId16" Type="http://schemas.openxmlformats.org/officeDocument/2006/relationships/image" Target="../media/image115.png"/><Relationship Id="rId20" Type="http://schemas.openxmlformats.org/officeDocument/2006/relationships/image" Target="../media/image119.png"/><Relationship Id="rId29" Type="http://schemas.openxmlformats.org/officeDocument/2006/relationships/image" Target="../media/image1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5.png"/><Relationship Id="rId11" Type="http://schemas.openxmlformats.org/officeDocument/2006/relationships/image" Target="../media/image110.png"/><Relationship Id="rId24" Type="http://schemas.openxmlformats.org/officeDocument/2006/relationships/image" Target="../media/image123.png"/><Relationship Id="rId32" Type="http://schemas.openxmlformats.org/officeDocument/2006/relationships/image" Target="../media/image129.png"/><Relationship Id="rId5" Type="http://schemas.openxmlformats.org/officeDocument/2006/relationships/image" Target="../media/image104.png"/><Relationship Id="rId15" Type="http://schemas.openxmlformats.org/officeDocument/2006/relationships/image" Target="../media/image114.png"/><Relationship Id="rId23" Type="http://schemas.openxmlformats.org/officeDocument/2006/relationships/image" Target="../media/image122.png"/><Relationship Id="rId28" Type="http://schemas.openxmlformats.org/officeDocument/2006/relationships/image" Target="../media/image67.png"/><Relationship Id="rId10" Type="http://schemas.openxmlformats.org/officeDocument/2006/relationships/image" Target="../media/image109.png"/><Relationship Id="rId19" Type="http://schemas.openxmlformats.org/officeDocument/2006/relationships/image" Target="../media/image118.png"/><Relationship Id="rId31" Type="http://schemas.openxmlformats.org/officeDocument/2006/relationships/image" Target="../media/image128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Relationship Id="rId14" Type="http://schemas.openxmlformats.org/officeDocument/2006/relationships/image" Target="../media/image113.png"/><Relationship Id="rId22" Type="http://schemas.openxmlformats.org/officeDocument/2006/relationships/image" Target="../media/image121.png"/><Relationship Id="rId27" Type="http://schemas.openxmlformats.org/officeDocument/2006/relationships/image" Target="../media/image66.png"/><Relationship Id="rId30" Type="http://schemas.openxmlformats.org/officeDocument/2006/relationships/image" Target="../media/image127.png"/><Relationship Id="rId35" Type="http://schemas.openxmlformats.org/officeDocument/2006/relationships/image" Target="../media/image132.png"/><Relationship Id="rId8" Type="http://schemas.openxmlformats.org/officeDocument/2006/relationships/image" Target="../media/image10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13" Type="http://schemas.openxmlformats.org/officeDocument/2006/relationships/image" Target="../media/image144.png"/><Relationship Id="rId18" Type="http://schemas.openxmlformats.org/officeDocument/2006/relationships/image" Target="../media/image149.png"/><Relationship Id="rId3" Type="http://schemas.openxmlformats.org/officeDocument/2006/relationships/image" Target="../media/image134.png"/><Relationship Id="rId7" Type="http://schemas.openxmlformats.org/officeDocument/2006/relationships/image" Target="../media/image138.png"/><Relationship Id="rId12" Type="http://schemas.openxmlformats.org/officeDocument/2006/relationships/image" Target="../media/image143.png"/><Relationship Id="rId17" Type="http://schemas.openxmlformats.org/officeDocument/2006/relationships/image" Target="../media/image148.png"/><Relationship Id="rId2" Type="http://schemas.openxmlformats.org/officeDocument/2006/relationships/image" Target="../media/image133.png"/><Relationship Id="rId16" Type="http://schemas.openxmlformats.org/officeDocument/2006/relationships/image" Target="../media/image1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7.png"/><Relationship Id="rId11" Type="http://schemas.openxmlformats.org/officeDocument/2006/relationships/image" Target="../media/image142.png"/><Relationship Id="rId5" Type="http://schemas.openxmlformats.org/officeDocument/2006/relationships/image" Target="../media/image136.png"/><Relationship Id="rId15" Type="http://schemas.openxmlformats.org/officeDocument/2006/relationships/image" Target="../media/image146.png"/><Relationship Id="rId10" Type="http://schemas.openxmlformats.org/officeDocument/2006/relationships/image" Target="../media/image141.png"/><Relationship Id="rId4" Type="http://schemas.openxmlformats.org/officeDocument/2006/relationships/image" Target="../media/image135.png"/><Relationship Id="rId9" Type="http://schemas.openxmlformats.org/officeDocument/2006/relationships/image" Target="../media/image140.png"/><Relationship Id="rId14" Type="http://schemas.openxmlformats.org/officeDocument/2006/relationships/image" Target="../media/image14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png"/><Relationship Id="rId13" Type="http://schemas.openxmlformats.org/officeDocument/2006/relationships/image" Target="../media/image161.png"/><Relationship Id="rId18" Type="http://schemas.openxmlformats.org/officeDocument/2006/relationships/image" Target="../media/image166.png"/><Relationship Id="rId26" Type="http://schemas.openxmlformats.org/officeDocument/2006/relationships/image" Target="../media/image174.png"/><Relationship Id="rId3" Type="http://schemas.openxmlformats.org/officeDocument/2006/relationships/image" Target="../media/image151.png"/><Relationship Id="rId21" Type="http://schemas.openxmlformats.org/officeDocument/2006/relationships/image" Target="../media/image169.png"/><Relationship Id="rId7" Type="http://schemas.openxmlformats.org/officeDocument/2006/relationships/image" Target="../media/image155.png"/><Relationship Id="rId12" Type="http://schemas.openxmlformats.org/officeDocument/2006/relationships/image" Target="../media/image160.png"/><Relationship Id="rId17" Type="http://schemas.openxmlformats.org/officeDocument/2006/relationships/image" Target="../media/image165.png"/><Relationship Id="rId25" Type="http://schemas.openxmlformats.org/officeDocument/2006/relationships/image" Target="../media/image173.png"/><Relationship Id="rId2" Type="http://schemas.openxmlformats.org/officeDocument/2006/relationships/image" Target="../media/image150.png"/><Relationship Id="rId16" Type="http://schemas.openxmlformats.org/officeDocument/2006/relationships/image" Target="../media/image164.png"/><Relationship Id="rId20" Type="http://schemas.openxmlformats.org/officeDocument/2006/relationships/image" Target="../media/image168.png"/><Relationship Id="rId29" Type="http://schemas.openxmlformats.org/officeDocument/2006/relationships/image" Target="../media/image1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4.png"/><Relationship Id="rId11" Type="http://schemas.openxmlformats.org/officeDocument/2006/relationships/image" Target="../media/image159.png"/><Relationship Id="rId24" Type="http://schemas.openxmlformats.org/officeDocument/2006/relationships/image" Target="../media/image172.png"/><Relationship Id="rId5" Type="http://schemas.openxmlformats.org/officeDocument/2006/relationships/image" Target="../media/image153.png"/><Relationship Id="rId15" Type="http://schemas.openxmlformats.org/officeDocument/2006/relationships/image" Target="../media/image163.png"/><Relationship Id="rId23" Type="http://schemas.openxmlformats.org/officeDocument/2006/relationships/image" Target="../media/image171.png"/><Relationship Id="rId28" Type="http://schemas.openxmlformats.org/officeDocument/2006/relationships/image" Target="../media/image67.png"/><Relationship Id="rId10" Type="http://schemas.openxmlformats.org/officeDocument/2006/relationships/image" Target="../media/image158.png"/><Relationship Id="rId19" Type="http://schemas.openxmlformats.org/officeDocument/2006/relationships/image" Target="../media/image167.png"/><Relationship Id="rId4" Type="http://schemas.openxmlformats.org/officeDocument/2006/relationships/image" Target="../media/image152.png"/><Relationship Id="rId9" Type="http://schemas.openxmlformats.org/officeDocument/2006/relationships/image" Target="../media/image157.png"/><Relationship Id="rId14" Type="http://schemas.openxmlformats.org/officeDocument/2006/relationships/image" Target="../media/image162.png"/><Relationship Id="rId22" Type="http://schemas.openxmlformats.org/officeDocument/2006/relationships/image" Target="../media/image170.png"/><Relationship Id="rId27" Type="http://schemas.openxmlformats.org/officeDocument/2006/relationships/image" Target="../media/image6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png"/><Relationship Id="rId3" Type="http://schemas.openxmlformats.org/officeDocument/2006/relationships/image" Target="../media/image177.png"/><Relationship Id="rId7" Type="http://schemas.openxmlformats.org/officeDocument/2006/relationships/image" Target="../media/image181.png"/><Relationship Id="rId12" Type="http://schemas.openxmlformats.org/officeDocument/2006/relationships/image" Target="../media/image186.png"/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0.png"/><Relationship Id="rId11" Type="http://schemas.openxmlformats.org/officeDocument/2006/relationships/image" Target="../media/image185.png"/><Relationship Id="rId5" Type="http://schemas.openxmlformats.org/officeDocument/2006/relationships/image" Target="../media/image179.png"/><Relationship Id="rId10" Type="http://schemas.openxmlformats.org/officeDocument/2006/relationships/image" Target="../media/image184.png"/><Relationship Id="rId4" Type="http://schemas.openxmlformats.org/officeDocument/2006/relationships/image" Target="../media/image178.png"/><Relationship Id="rId9" Type="http://schemas.openxmlformats.org/officeDocument/2006/relationships/image" Target="../media/image18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png"/><Relationship Id="rId3" Type="http://schemas.openxmlformats.org/officeDocument/2006/relationships/image" Target="../media/image188.png"/><Relationship Id="rId7" Type="http://schemas.openxmlformats.org/officeDocument/2006/relationships/image" Target="../media/image192.png"/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1.png"/><Relationship Id="rId5" Type="http://schemas.openxmlformats.org/officeDocument/2006/relationships/image" Target="../media/image190.png"/><Relationship Id="rId4" Type="http://schemas.openxmlformats.org/officeDocument/2006/relationships/image" Target="../media/image18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13" Type="http://schemas.openxmlformats.org/officeDocument/2006/relationships/image" Target="../media/image205.png"/><Relationship Id="rId18" Type="http://schemas.openxmlformats.org/officeDocument/2006/relationships/image" Target="../media/image210.png"/><Relationship Id="rId26" Type="http://schemas.openxmlformats.org/officeDocument/2006/relationships/image" Target="../media/image218.png"/><Relationship Id="rId3" Type="http://schemas.openxmlformats.org/officeDocument/2006/relationships/image" Target="../media/image195.png"/><Relationship Id="rId21" Type="http://schemas.openxmlformats.org/officeDocument/2006/relationships/image" Target="../media/image213.png"/><Relationship Id="rId7" Type="http://schemas.openxmlformats.org/officeDocument/2006/relationships/image" Target="../media/image199.png"/><Relationship Id="rId12" Type="http://schemas.openxmlformats.org/officeDocument/2006/relationships/image" Target="../media/image204.png"/><Relationship Id="rId17" Type="http://schemas.openxmlformats.org/officeDocument/2006/relationships/image" Target="../media/image209.png"/><Relationship Id="rId25" Type="http://schemas.openxmlformats.org/officeDocument/2006/relationships/image" Target="../media/image217.png"/><Relationship Id="rId2" Type="http://schemas.openxmlformats.org/officeDocument/2006/relationships/image" Target="../media/image194.png"/><Relationship Id="rId16" Type="http://schemas.openxmlformats.org/officeDocument/2006/relationships/image" Target="../media/image208.png"/><Relationship Id="rId20" Type="http://schemas.openxmlformats.org/officeDocument/2006/relationships/image" Target="../media/image2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8.png"/><Relationship Id="rId11" Type="http://schemas.openxmlformats.org/officeDocument/2006/relationships/image" Target="../media/image203.png"/><Relationship Id="rId24" Type="http://schemas.openxmlformats.org/officeDocument/2006/relationships/image" Target="../media/image216.png"/><Relationship Id="rId5" Type="http://schemas.openxmlformats.org/officeDocument/2006/relationships/image" Target="../media/image197.png"/><Relationship Id="rId15" Type="http://schemas.openxmlformats.org/officeDocument/2006/relationships/image" Target="../media/image207.png"/><Relationship Id="rId23" Type="http://schemas.openxmlformats.org/officeDocument/2006/relationships/image" Target="../media/image215.png"/><Relationship Id="rId28" Type="http://schemas.openxmlformats.org/officeDocument/2006/relationships/image" Target="../media/image220.png"/><Relationship Id="rId10" Type="http://schemas.openxmlformats.org/officeDocument/2006/relationships/image" Target="../media/image202.png"/><Relationship Id="rId19" Type="http://schemas.openxmlformats.org/officeDocument/2006/relationships/image" Target="../media/image211.png"/><Relationship Id="rId4" Type="http://schemas.openxmlformats.org/officeDocument/2006/relationships/image" Target="../media/image196.png"/><Relationship Id="rId9" Type="http://schemas.openxmlformats.org/officeDocument/2006/relationships/image" Target="../media/image201.png"/><Relationship Id="rId14" Type="http://schemas.openxmlformats.org/officeDocument/2006/relationships/image" Target="../media/image206.png"/><Relationship Id="rId22" Type="http://schemas.openxmlformats.org/officeDocument/2006/relationships/image" Target="../media/image214.png"/><Relationship Id="rId27" Type="http://schemas.openxmlformats.org/officeDocument/2006/relationships/image" Target="../media/image21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>
            <a:extLst>
              <a:ext uri="{FF2B5EF4-FFF2-40B4-BE49-F238E27FC236}">
                <a16:creationId xmlns:a16="http://schemas.microsoft.com/office/drawing/2014/main" id="{44576E17-4FBD-407D-816D-3AF2507A830D}"/>
              </a:ext>
            </a:extLst>
          </p:cNvPr>
          <p:cNvSpPr txBox="1"/>
          <p:nvPr/>
        </p:nvSpPr>
        <p:spPr>
          <a:xfrm>
            <a:off x="4522572" y="343157"/>
            <a:ext cx="36246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dirty="0">
                <a:solidFill>
                  <a:srgbClr val="FF0000"/>
                </a:solidFill>
              </a:rPr>
              <a:t>PUSHDOWN AUTOMATA</a:t>
            </a: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77E31873-99A2-4401-9EAC-60C864E63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91" y="806403"/>
            <a:ext cx="5829300" cy="1933575"/>
          </a:xfrm>
          <a:prstGeom prst="rect">
            <a:avLst/>
          </a:prstGeom>
        </p:spPr>
      </p:pic>
      <p:pic>
        <p:nvPicPr>
          <p:cNvPr id="3" name="Resim 2">
            <a:extLst>
              <a:ext uri="{FF2B5EF4-FFF2-40B4-BE49-F238E27FC236}">
                <a16:creationId xmlns:a16="http://schemas.microsoft.com/office/drawing/2014/main" id="{E9A5F86A-1E84-4E8D-81A9-7070E60FF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1461" y="3053018"/>
            <a:ext cx="5753100" cy="1209675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4ABBD3A7-B4B8-43C3-AECE-00647BF073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8259" y="4138269"/>
            <a:ext cx="3943350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776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C612AA5D-E5D3-4D0E-A251-599AE30A28B9}"/>
              </a:ext>
            </a:extLst>
          </p:cNvPr>
          <p:cNvSpPr txBox="1"/>
          <p:nvPr/>
        </p:nvSpPr>
        <p:spPr>
          <a:xfrm>
            <a:off x="4025342" y="464639"/>
            <a:ext cx="36246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dirty="0"/>
              <a:t>PDA’NIN BİÇİMSEL TANIMI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2AE53BBD-9057-4597-8C5D-FAE9157FB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342" y="1319984"/>
            <a:ext cx="3762375" cy="428625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3EF08A06-3E2A-40CE-A14B-1C4BE661B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3585" y="1983944"/>
            <a:ext cx="2876550" cy="542925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F2159B69-641E-4E7C-980F-3EC627F5A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5459" y="2762204"/>
            <a:ext cx="3962400" cy="485775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A50B4C8B-D2EA-4A14-B119-C5095390A6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6943" y="3411233"/>
            <a:ext cx="4514850" cy="438150"/>
          </a:xfrm>
          <a:prstGeom prst="rect">
            <a:avLst/>
          </a:prstGeom>
        </p:spPr>
      </p:pic>
      <p:pic>
        <p:nvPicPr>
          <p:cNvPr id="13" name="Resim 12">
            <a:extLst>
              <a:ext uri="{FF2B5EF4-FFF2-40B4-BE49-F238E27FC236}">
                <a16:creationId xmlns:a16="http://schemas.microsoft.com/office/drawing/2014/main" id="{A82B5B8D-A296-475D-A36D-61D3E8A655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7905" y="3851442"/>
            <a:ext cx="4352925" cy="476250"/>
          </a:xfrm>
          <a:prstGeom prst="rect">
            <a:avLst/>
          </a:prstGeom>
        </p:spPr>
      </p:pic>
      <p:pic>
        <p:nvPicPr>
          <p:cNvPr id="15" name="Resim 14">
            <a:extLst>
              <a:ext uri="{FF2B5EF4-FFF2-40B4-BE49-F238E27FC236}">
                <a16:creationId xmlns:a16="http://schemas.microsoft.com/office/drawing/2014/main" id="{77DF6330-3B1C-43C5-AE6D-6FEE9D9950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5459" y="4386728"/>
            <a:ext cx="5553075" cy="523875"/>
          </a:xfrm>
          <a:prstGeom prst="rect">
            <a:avLst/>
          </a:prstGeom>
        </p:spPr>
      </p:pic>
      <p:pic>
        <p:nvPicPr>
          <p:cNvPr id="17" name="Resim 16">
            <a:extLst>
              <a:ext uri="{FF2B5EF4-FFF2-40B4-BE49-F238E27FC236}">
                <a16:creationId xmlns:a16="http://schemas.microsoft.com/office/drawing/2014/main" id="{BE1098AF-348B-40CB-A675-C3EA979E6E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5459" y="4943123"/>
            <a:ext cx="4391025" cy="504825"/>
          </a:xfrm>
          <a:prstGeom prst="rect">
            <a:avLst/>
          </a:prstGeom>
        </p:spPr>
      </p:pic>
      <p:pic>
        <p:nvPicPr>
          <p:cNvPr id="19" name="Resim 18">
            <a:extLst>
              <a:ext uri="{FF2B5EF4-FFF2-40B4-BE49-F238E27FC236}">
                <a16:creationId xmlns:a16="http://schemas.microsoft.com/office/drawing/2014/main" id="{1C07DEF1-1BD3-48BB-8FDE-5EF7B9176DB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45459" y="5538016"/>
            <a:ext cx="5876925" cy="409575"/>
          </a:xfrm>
          <a:prstGeom prst="rect">
            <a:avLst/>
          </a:prstGeom>
        </p:spPr>
      </p:pic>
      <p:pic>
        <p:nvPicPr>
          <p:cNvPr id="21" name="Resim 20">
            <a:extLst>
              <a:ext uri="{FF2B5EF4-FFF2-40B4-BE49-F238E27FC236}">
                <a16:creationId xmlns:a16="http://schemas.microsoft.com/office/drawing/2014/main" id="{4B5110B8-0D39-4E84-8591-5477464CC47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0859" y="3615892"/>
            <a:ext cx="2457450" cy="447675"/>
          </a:xfrm>
          <a:prstGeom prst="rect">
            <a:avLst/>
          </a:prstGeom>
        </p:spPr>
      </p:pic>
      <p:pic>
        <p:nvPicPr>
          <p:cNvPr id="23" name="Resim 22">
            <a:extLst>
              <a:ext uri="{FF2B5EF4-FFF2-40B4-BE49-F238E27FC236}">
                <a16:creationId xmlns:a16="http://schemas.microsoft.com/office/drawing/2014/main" id="{C0960DFE-8EF3-4274-9533-1F5FE6BC477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0859" y="4153365"/>
            <a:ext cx="226695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18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A1CF942E-5371-4DF5-B863-EB631491B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0126" y="133276"/>
            <a:ext cx="2978880" cy="1620353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97A0FCB3-6A6D-4211-BECD-E0A233FB3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" y="2019428"/>
            <a:ext cx="10048875" cy="561975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53784C77-18D1-40B9-81E7-987178FB37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136" y="558062"/>
            <a:ext cx="3882983" cy="770779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8BA9A793-2D67-4B78-90F7-7AAA339555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0119" y="4060353"/>
            <a:ext cx="12049125" cy="1933575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C83B7DD4-897D-4FEC-BDE7-0F6D312D7A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362" y="3130740"/>
            <a:ext cx="11734800" cy="504825"/>
          </a:xfrm>
          <a:prstGeom prst="rect">
            <a:avLst/>
          </a:prstGeom>
        </p:spPr>
      </p:pic>
      <p:pic>
        <p:nvPicPr>
          <p:cNvPr id="13" name="Resim 12">
            <a:extLst>
              <a:ext uri="{FF2B5EF4-FFF2-40B4-BE49-F238E27FC236}">
                <a16:creationId xmlns:a16="http://schemas.microsoft.com/office/drawing/2014/main" id="{DB8CD8F8-FD9F-4EE1-9730-0FD9C8C7E0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837" y="3617826"/>
            <a:ext cx="11744325" cy="476250"/>
          </a:xfrm>
          <a:prstGeom prst="rect">
            <a:avLst/>
          </a:prstGeom>
        </p:spPr>
      </p:pic>
      <p:pic>
        <p:nvPicPr>
          <p:cNvPr id="15" name="Resim 14">
            <a:extLst>
              <a:ext uri="{FF2B5EF4-FFF2-40B4-BE49-F238E27FC236}">
                <a16:creationId xmlns:a16="http://schemas.microsoft.com/office/drawing/2014/main" id="{0EF196C3-E4E4-4DB8-B0B7-9E6DB80EB6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01043" y="4144509"/>
            <a:ext cx="1390650" cy="504825"/>
          </a:xfrm>
          <a:prstGeom prst="rect">
            <a:avLst/>
          </a:prstGeom>
        </p:spPr>
      </p:pic>
      <p:pic>
        <p:nvPicPr>
          <p:cNvPr id="17" name="Resim 16">
            <a:extLst>
              <a:ext uri="{FF2B5EF4-FFF2-40B4-BE49-F238E27FC236}">
                <a16:creationId xmlns:a16="http://schemas.microsoft.com/office/drawing/2014/main" id="{40C8DF0A-2282-4602-A219-B3BB764EA5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78920" y="4767400"/>
            <a:ext cx="818517" cy="276602"/>
          </a:xfrm>
          <a:prstGeom prst="rect">
            <a:avLst/>
          </a:prstGeom>
        </p:spPr>
      </p:pic>
      <p:pic>
        <p:nvPicPr>
          <p:cNvPr id="19" name="Resim 18">
            <a:extLst>
              <a:ext uri="{FF2B5EF4-FFF2-40B4-BE49-F238E27FC236}">
                <a16:creationId xmlns:a16="http://schemas.microsoft.com/office/drawing/2014/main" id="{5EE1656D-D911-471A-B406-265FF8A8EB0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57723" y="4518864"/>
            <a:ext cx="1438275" cy="476250"/>
          </a:xfrm>
          <a:prstGeom prst="rect">
            <a:avLst/>
          </a:prstGeom>
        </p:spPr>
      </p:pic>
      <p:pic>
        <p:nvPicPr>
          <p:cNvPr id="21" name="Resim 20">
            <a:extLst>
              <a:ext uri="{FF2B5EF4-FFF2-40B4-BE49-F238E27FC236}">
                <a16:creationId xmlns:a16="http://schemas.microsoft.com/office/drawing/2014/main" id="{30F93C5C-55C8-4B77-9011-D5FE5D2D11D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52819" y="4888127"/>
            <a:ext cx="1400175" cy="504825"/>
          </a:xfrm>
          <a:prstGeom prst="rect">
            <a:avLst/>
          </a:prstGeom>
        </p:spPr>
      </p:pic>
      <p:pic>
        <p:nvPicPr>
          <p:cNvPr id="23" name="Resim 22">
            <a:extLst>
              <a:ext uri="{FF2B5EF4-FFF2-40B4-BE49-F238E27FC236}">
                <a16:creationId xmlns:a16="http://schemas.microsoft.com/office/drawing/2014/main" id="{F869833D-F60A-4F34-B31C-AB599ED615B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40103" y="5018271"/>
            <a:ext cx="1438275" cy="476250"/>
          </a:xfrm>
          <a:prstGeom prst="rect">
            <a:avLst/>
          </a:prstGeom>
        </p:spPr>
      </p:pic>
      <p:sp>
        <p:nvSpPr>
          <p:cNvPr id="2" name="Metin kutusu 1">
            <a:extLst>
              <a:ext uri="{FF2B5EF4-FFF2-40B4-BE49-F238E27FC236}">
                <a16:creationId xmlns:a16="http://schemas.microsoft.com/office/drawing/2014/main" id="{ABB5FC4A-5EB1-4867-8A33-A3503161A91A}"/>
              </a:ext>
            </a:extLst>
          </p:cNvPr>
          <p:cNvSpPr txBox="1"/>
          <p:nvPr/>
        </p:nvSpPr>
        <p:spPr>
          <a:xfrm>
            <a:off x="403654" y="1328841"/>
            <a:ext cx="8249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Okunan her «0» </a:t>
            </a:r>
            <a:r>
              <a:rPr lang="tr-TR" dirty="0" err="1"/>
              <a:t>yığıta</a:t>
            </a:r>
            <a:r>
              <a:rPr lang="tr-TR" dirty="0"/>
              <a:t> atılacak. Bu nedenle </a:t>
            </a:r>
            <a:r>
              <a:rPr lang="tr-TR" dirty="0" err="1"/>
              <a:t>yığıt</a:t>
            </a:r>
            <a:r>
              <a:rPr lang="tr-TR" dirty="0"/>
              <a:t> simgeleri 0 ve $</a:t>
            </a:r>
          </a:p>
        </p:txBody>
      </p:sp>
      <p:pic>
        <p:nvPicPr>
          <p:cNvPr id="14" name="Resim 13">
            <a:extLst>
              <a:ext uri="{FF2B5EF4-FFF2-40B4-BE49-F238E27FC236}">
                <a16:creationId xmlns:a16="http://schemas.microsoft.com/office/drawing/2014/main" id="{AC018B0D-B0EB-49FD-91E0-8E114D5CC3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63621" y="4767400"/>
            <a:ext cx="818517" cy="276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950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BBD9088D-D264-4622-AF0B-D5E17CA14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051" y="1592734"/>
            <a:ext cx="1466850" cy="1085850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1A334406-90D4-42A7-9B46-D28A67A97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3901" y="1592734"/>
            <a:ext cx="3019425" cy="1076325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11F30606-C381-4867-9E6B-27F1EC22F0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3326" y="1429651"/>
            <a:ext cx="1466850" cy="1000125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A5F0241C-ADD2-4DE7-9508-3600217E77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3835" y="2660821"/>
            <a:ext cx="1600200" cy="2333625"/>
          </a:xfrm>
          <a:prstGeom prst="rect">
            <a:avLst/>
          </a:prstGeom>
        </p:spPr>
      </p:pic>
      <p:pic>
        <p:nvPicPr>
          <p:cNvPr id="13" name="Resim 12">
            <a:extLst>
              <a:ext uri="{FF2B5EF4-FFF2-40B4-BE49-F238E27FC236}">
                <a16:creationId xmlns:a16="http://schemas.microsoft.com/office/drawing/2014/main" id="{81EAD108-6CAE-4F90-A0BC-925125E62F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5563" y="3844109"/>
            <a:ext cx="1485900" cy="990600"/>
          </a:xfrm>
          <a:prstGeom prst="rect">
            <a:avLst/>
          </a:prstGeom>
        </p:spPr>
      </p:pic>
      <p:pic>
        <p:nvPicPr>
          <p:cNvPr id="15" name="Resim 14">
            <a:extLst>
              <a:ext uri="{FF2B5EF4-FFF2-40B4-BE49-F238E27FC236}">
                <a16:creationId xmlns:a16="http://schemas.microsoft.com/office/drawing/2014/main" id="{9B54FE3C-DA4F-458A-BDAE-91404DFC5F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1060" y="3955642"/>
            <a:ext cx="3152775" cy="1085850"/>
          </a:xfrm>
          <a:prstGeom prst="rect">
            <a:avLst/>
          </a:prstGeom>
        </p:spPr>
      </p:pic>
      <p:pic>
        <p:nvPicPr>
          <p:cNvPr id="17" name="Resim 16">
            <a:extLst>
              <a:ext uri="{FF2B5EF4-FFF2-40B4-BE49-F238E27FC236}">
                <a16:creationId xmlns:a16="http://schemas.microsoft.com/office/drawing/2014/main" id="{664C7311-9793-4DAA-AC7B-7FF34A1661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65761" y="2660821"/>
            <a:ext cx="4499391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816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ayt Numarası Yer Tutucusu 4">
            <a:extLst>
              <a:ext uri="{FF2B5EF4-FFF2-40B4-BE49-F238E27FC236}">
                <a16:creationId xmlns:a16="http://schemas.microsoft.com/office/drawing/2014/main" id="{3F226AB7-0C4E-4B54-B37A-10F92582D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9B1DC-21D4-44A4-951E-E8E3D68CD7AE}" type="slidenum">
              <a:rPr lang="en-US" altLang="tr-TR"/>
              <a:pPr/>
              <a:t>5</a:t>
            </a:fld>
            <a:endParaRPr lang="en-US" altLang="tr-TR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66441B06-68D9-43E8-9FB6-068655947E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24676" y="350837"/>
            <a:ext cx="4359876" cy="1325563"/>
          </a:xfrm>
        </p:spPr>
        <p:txBody>
          <a:bodyPr/>
          <a:lstStyle/>
          <a:p>
            <a:r>
              <a:rPr lang="en-US" altLang="tr-TR" dirty="0"/>
              <a:t>PDA</a:t>
            </a:r>
            <a:r>
              <a:rPr lang="tr-TR" altLang="tr-TR" dirty="0"/>
              <a:t>’</a:t>
            </a:r>
            <a:r>
              <a:rPr lang="tr-TR" altLang="tr-TR" dirty="0" err="1"/>
              <a:t>nın</a:t>
            </a:r>
            <a:r>
              <a:rPr lang="tr-TR" altLang="tr-TR" dirty="0"/>
              <a:t> çalışması</a:t>
            </a:r>
            <a:endParaRPr lang="en-US" altLang="tr-TR" dirty="0"/>
          </a:p>
        </p:txBody>
      </p:sp>
      <p:sp>
        <p:nvSpPr>
          <p:cNvPr id="29700" name="Rectangle 4">
            <a:extLst>
              <a:ext uri="{FF2B5EF4-FFF2-40B4-BE49-F238E27FC236}">
                <a16:creationId xmlns:a16="http://schemas.microsoft.com/office/drawing/2014/main" id="{16E17B4D-ADED-448F-BE5A-6AE99221A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971800"/>
            <a:ext cx="838200" cy="8382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tr-TR"/>
              <a:t>q</a:t>
            </a:r>
          </a:p>
        </p:txBody>
      </p:sp>
      <p:sp>
        <p:nvSpPr>
          <p:cNvPr id="29701" name="Text Box 5">
            <a:extLst>
              <a:ext uri="{FF2B5EF4-FFF2-40B4-BE49-F238E27FC236}">
                <a16:creationId xmlns:a16="http://schemas.microsoft.com/office/drawing/2014/main" id="{C94B6BFA-C628-4E86-BB60-F34EA6B60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2057400"/>
            <a:ext cx="120417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r-TR"/>
              <a:t> 0 0 0 1 1 1</a:t>
            </a:r>
          </a:p>
        </p:txBody>
      </p:sp>
      <p:sp>
        <p:nvSpPr>
          <p:cNvPr id="29702" name="Line 6">
            <a:extLst>
              <a:ext uri="{FF2B5EF4-FFF2-40B4-BE49-F238E27FC236}">
                <a16:creationId xmlns:a16="http://schemas.microsoft.com/office/drawing/2014/main" id="{246294CD-308A-4134-8461-0628B44CF2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86400" y="2514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r-TR"/>
          </a:p>
        </p:txBody>
      </p:sp>
      <p:sp>
        <p:nvSpPr>
          <p:cNvPr id="29703" name="Text Box 7">
            <a:extLst>
              <a:ext uri="{FF2B5EF4-FFF2-40B4-BE49-F238E27FC236}">
                <a16:creationId xmlns:a16="http://schemas.microsoft.com/office/drawing/2014/main" id="{E3BC45A8-1943-4182-A8D8-BE43CCFBA8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4419600"/>
            <a:ext cx="37061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r-TR"/>
              <a:t>Z</a:t>
            </a:r>
            <a:r>
              <a:rPr lang="en-US" altLang="tr-TR" baseline="-25000"/>
              <a:t>0</a:t>
            </a:r>
          </a:p>
        </p:txBody>
      </p:sp>
      <p:sp>
        <p:nvSpPr>
          <p:cNvPr id="29704" name="Line 8">
            <a:extLst>
              <a:ext uri="{FF2B5EF4-FFF2-40B4-BE49-F238E27FC236}">
                <a16:creationId xmlns:a16="http://schemas.microsoft.com/office/drawing/2014/main" id="{CCDDB9EA-E2DB-41DB-AB8C-79DD5218193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3810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ayt Numarası Yer Tutucusu 4">
            <a:extLst>
              <a:ext uri="{FF2B5EF4-FFF2-40B4-BE49-F238E27FC236}">
                <a16:creationId xmlns:a16="http://schemas.microsoft.com/office/drawing/2014/main" id="{1B3C5ABC-13DD-4B51-A19C-A2D9DDF13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2871B-BA29-45E2-88EC-3F742B01C595}" type="slidenum">
              <a:rPr lang="en-US" altLang="tr-TR"/>
              <a:pPr/>
              <a:t>6</a:t>
            </a:fld>
            <a:endParaRPr lang="en-US" altLang="tr-TR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4068EC1B-7C92-413C-8888-406F167C9B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PDA</a:t>
            </a:r>
            <a:r>
              <a:rPr lang="tr-TR" altLang="tr-TR" dirty="0"/>
              <a:t>’</a:t>
            </a:r>
            <a:r>
              <a:rPr lang="tr-TR" altLang="tr-TR" dirty="0" err="1"/>
              <a:t>nın</a:t>
            </a:r>
            <a:r>
              <a:rPr lang="tr-TR" altLang="tr-TR" dirty="0"/>
              <a:t> çalışması</a:t>
            </a:r>
            <a:endParaRPr lang="en-US" altLang="tr-TR" dirty="0"/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DEA1486D-D6FA-4BCA-94B1-28449B7ED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971800"/>
            <a:ext cx="838200" cy="8382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tr-TR"/>
              <a:t>q</a:t>
            </a:r>
          </a:p>
        </p:txBody>
      </p:sp>
      <p:sp>
        <p:nvSpPr>
          <p:cNvPr id="31748" name="Text Box 4">
            <a:extLst>
              <a:ext uri="{FF2B5EF4-FFF2-40B4-BE49-F238E27FC236}">
                <a16:creationId xmlns:a16="http://schemas.microsoft.com/office/drawing/2014/main" id="{A0E67FF2-E166-42EC-AED0-E64C2B91B1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1" y="2057400"/>
            <a:ext cx="103425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r-TR"/>
              <a:t> 0 0 1 1 1</a:t>
            </a:r>
          </a:p>
        </p:txBody>
      </p:sp>
      <p:sp>
        <p:nvSpPr>
          <p:cNvPr id="31749" name="Line 5">
            <a:extLst>
              <a:ext uri="{FF2B5EF4-FFF2-40B4-BE49-F238E27FC236}">
                <a16:creationId xmlns:a16="http://schemas.microsoft.com/office/drawing/2014/main" id="{5D5C7B9D-B89C-412C-91AA-CBFE7AB1BC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86400" y="2514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r-TR"/>
          </a:p>
        </p:txBody>
      </p:sp>
      <p:sp>
        <p:nvSpPr>
          <p:cNvPr id="31750" name="Text Box 6">
            <a:extLst>
              <a:ext uri="{FF2B5EF4-FFF2-40B4-BE49-F238E27FC236}">
                <a16:creationId xmlns:a16="http://schemas.microsoft.com/office/drawing/2014/main" id="{B5E648AE-D906-4DE9-90FD-12AD690DC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4419601"/>
            <a:ext cx="37061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r-TR"/>
              <a:t>X</a:t>
            </a:r>
          </a:p>
          <a:p>
            <a:r>
              <a:rPr lang="en-US" altLang="tr-TR"/>
              <a:t>Z</a:t>
            </a:r>
            <a:r>
              <a:rPr lang="en-US" altLang="tr-TR" baseline="-25000"/>
              <a:t>0</a:t>
            </a:r>
          </a:p>
        </p:txBody>
      </p:sp>
      <p:sp>
        <p:nvSpPr>
          <p:cNvPr id="31751" name="Line 7">
            <a:extLst>
              <a:ext uri="{FF2B5EF4-FFF2-40B4-BE49-F238E27FC236}">
                <a16:creationId xmlns:a16="http://schemas.microsoft.com/office/drawing/2014/main" id="{8F9208EF-9CC2-4013-822B-FCDCE0CA281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3810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ayt Numarası Yer Tutucusu 4">
            <a:extLst>
              <a:ext uri="{FF2B5EF4-FFF2-40B4-BE49-F238E27FC236}">
                <a16:creationId xmlns:a16="http://schemas.microsoft.com/office/drawing/2014/main" id="{E850385C-DB94-4A3C-8ECC-14886126D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0B00D-2201-4FA2-AA57-63CD352E1DED}" type="slidenum">
              <a:rPr lang="en-US" altLang="tr-TR"/>
              <a:pPr/>
              <a:t>7</a:t>
            </a:fld>
            <a:endParaRPr lang="en-US" altLang="tr-TR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A750388C-178C-43BD-8860-8987D0D3B2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PDA</a:t>
            </a:r>
            <a:r>
              <a:rPr lang="tr-TR" altLang="tr-TR" dirty="0"/>
              <a:t>’</a:t>
            </a:r>
            <a:r>
              <a:rPr lang="tr-TR" altLang="tr-TR" dirty="0" err="1"/>
              <a:t>nın</a:t>
            </a:r>
            <a:r>
              <a:rPr lang="tr-TR" altLang="tr-TR" dirty="0"/>
              <a:t> çalışması</a:t>
            </a:r>
            <a:endParaRPr lang="en-US" altLang="tr-TR" dirty="0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839BA9AE-DDBA-4ADF-9146-1BB14D494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971800"/>
            <a:ext cx="838200" cy="8382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tr-TR"/>
              <a:t>q</a:t>
            </a:r>
          </a:p>
        </p:txBody>
      </p:sp>
      <p:sp>
        <p:nvSpPr>
          <p:cNvPr id="33796" name="Text Box 4">
            <a:extLst>
              <a:ext uri="{FF2B5EF4-FFF2-40B4-BE49-F238E27FC236}">
                <a16:creationId xmlns:a16="http://schemas.microsoft.com/office/drawing/2014/main" id="{33EA3A2A-888D-4C8D-B5C0-6B3B07CDD5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1" y="2057400"/>
            <a:ext cx="86433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r-TR"/>
              <a:t> 0 1 1 1</a:t>
            </a:r>
          </a:p>
        </p:txBody>
      </p:sp>
      <p:sp>
        <p:nvSpPr>
          <p:cNvPr id="33797" name="Line 5">
            <a:extLst>
              <a:ext uri="{FF2B5EF4-FFF2-40B4-BE49-F238E27FC236}">
                <a16:creationId xmlns:a16="http://schemas.microsoft.com/office/drawing/2014/main" id="{F87B07A0-B6C0-4792-B086-E0F26685FB8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86400" y="2514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r-TR"/>
          </a:p>
        </p:txBody>
      </p:sp>
      <p:sp>
        <p:nvSpPr>
          <p:cNvPr id="33798" name="Text Box 6">
            <a:extLst>
              <a:ext uri="{FF2B5EF4-FFF2-40B4-BE49-F238E27FC236}">
                <a16:creationId xmlns:a16="http://schemas.microsoft.com/office/drawing/2014/main" id="{625EB145-BEF2-45EE-B382-988DE9A598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4419600"/>
            <a:ext cx="37061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r-TR"/>
              <a:t>X</a:t>
            </a:r>
          </a:p>
          <a:p>
            <a:r>
              <a:rPr lang="en-US" altLang="tr-TR"/>
              <a:t>X</a:t>
            </a:r>
          </a:p>
          <a:p>
            <a:r>
              <a:rPr lang="en-US" altLang="tr-TR"/>
              <a:t>Z</a:t>
            </a:r>
            <a:r>
              <a:rPr lang="en-US" altLang="tr-TR" baseline="-25000"/>
              <a:t>0</a:t>
            </a:r>
          </a:p>
        </p:txBody>
      </p:sp>
      <p:sp>
        <p:nvSpPr>
          <p:cNvPr id="33799" name="Line 7">
            <a:extLst>
              <a:ext uri="{FF2B5EF4-FFF2-40B4-BE49-F238E27FC236}">
                <a16:creationId xmlns:a16="http://schemas.microsoft.com/office/drawing/2014/main" id="{A1CC2402-91FD-4F96-B271-EF9DE8DFE20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3810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ayt Numarası Yer Tutucusu 4">
            <a:extLst>
              <a:ext uri="{FF2B5EF4-FFF2-40B4-BE49-F238E27FC236}">
                <a16:creationId xmlns:a16="http://schemas.microsoft.com/office/drawing/2014/main" id="{772A23D5-4EEF-4283-BA87-C08BC74CB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2B0DD-1E87-4C04-87FE-8C426D82F629}" type="slidenum">
              <a:rPr lang="en-US" altLang="tr-TR"/>
              <a:pPr/>
              <a:t>8</a:t>
            </a:fld>
            <a:endParaRPr lang="en-US" altLang="tr-TR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DB0FB66B-4ADE-46C0-A739-A9CCD46CE8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PDA</a:t>
            </a:r>
            <a:r>
              <a:rPr lang="tr-TR" altLang="tr-TR" dirty="0"/>
              <a:t>’</a:t>
            </a:r>
            <a:r>
              <a:rPr lang="tr-TR" altLang="tr-TR" dirty="0" err="1"/>
              <a:t>nın</a:t>
            </a:r>
            <a:r>
              <a:rPr lang="tr-TR" altLang="tr-TR" dirty="0"/>
              <a:t> çalışması</a:t>
            </a:r>
            <a:endParaRPr lang="en-US" altLang="tr-TR" dirty="0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DBFFB694-9272-4F3B-B2E4-84C3BF133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971800"/>
            <a:ext cx="838200" cy="8382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tr-TR"/>
              <a:t>q</a:t>
            </a:r>
          </a:p>
        </p:txBody>
      </p:sp>
      <p:sp>
        <p:nvSpPr>
          <p:cNvPr id="35844" name="Text Box 4">
            <a:extLst>
              <a:ext uri="{FF2B5EF4-FFF2-40B4-BE49-F238E27FC236}">
                <a16:creationId xmlns:a16="http://schemas.microsoft.com/office/drawing/2014/main" id="{6E433E50-A2F9-4EAE-A818-CF2F66F1E3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2057400"/>
            <a:ext cx="64152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r-TR"/>
              <a:t>1 1 1</a:t>
            </a:r>
          </a:p>
        </p:txBody>
      </p:sp>
      <p:sp>
        <p:nvSpPr>
          <p:cNvPr id="35845" name="Line 5">
            <a:extLst>
              <a:ext uri="{FF2B5EF4-FFF2-40B4-BE49-F238E27FC236}">
                <a16:creationId xmlns:a16="http://schemas.microsoft.com/office/drawing/2014/main" id="{017B6DB1-F841-42E7-A94E-2FCAAB90E0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86400" y="2514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r-TR"/>
          </a:p>
        </p:txBody>
      </p:sp>
      <p:sp>
        <p:nvSpPr>
          <p:cNvPr id="35846" name="Text Box 6">
            <a:extLst>
              <a:ext uri="{FF2B5EF4-FFF2-40B4-BE49-F238E27FC236}">
                <a16:creationId xmlns:a16="http://schemas.microsoft.com/office/drawing/2014/main" id="{66763EB5-71FE-405A-A262-928D6DE794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4419601"/>
            <a:ext cx="37061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r-TR"/>
              <a:t>X</a:t>
            </a:r>
          </a:p>
          <a:p>
            <a:r>
              <a:rPr lang="en-US" altLang="tr-TR"/>
              <a:t>X</a:t>
            </a:r>
          </a:p>
          <a:p>
            <a:r>
              <a:rPr lang="en-US" altLang="tr-TR"/>
              <a:t>X</a:t>
            </a:r>
          </a:p>
          <a:p>
            <a:r>
              <a:rPr lang="en-US" altLang="tr-TR"/>
              <a:t>Z</a:t>
            </a:r>
            <a:r>
              <a:rPr lang="en-US" altLang="tr-TR" baseline="-25000"/>
              <a:t>0</a:t>
            </a:r>
          </a:p>
        </p:txBody>
      </p:sp>
      <p:sp>
        <p:nvSpPr>
          <p:cNvPr id="35847" name="Line 7">
            <a:extLst>
              <a:ext uri="{FF2B5EF4-FFF2-40B4-BE49-F238E27FC236}">
                <a16:creationId xmlns:a16="http://schemas.microsoft.com/office/drawing/2014/main" id="{1362035E-4498-4B8C-B472-CAD6ED4EAC3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3810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ayt Numarası Yer Tutucusu 4">
            <a:extLst>
              <a:ext uri="{FF2B5EF4-FFF2-40B4-BE49-F238E27FC236}">
                <a16:creationId xmlns:a16="http://schemas.microsoft.com/office/drawing/2014/main" id="{391593C5-41FC-43B4-9C0A-CCC9034FD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4B3B9-D78E-4A7D-929F-3D9B826E9C1F}" type="slidenum">
              <a:rPr lang="en-US" altLang="tr-TR"/>
              <a:pPr/>
              <a:t>9</a:t>
            </a:fld>
            <a:endParaRPr lang="en-US" altLang="tr-TR"/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DF0D1EDA-D899-44AC-8968-0AC569E7D6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PDA</a:t>
            </a:r>
            <a:r>
              <a:rPr lang="tr-TR" altLang="tr-TR" dirty="0"/>
              <a:t>’</a:t>
            </a:r>
            <a:r>
              <a:rPr lang="tr-TR" altLang="tr-TR" dirty="0" err="1"/>
              <a:t>nın</a:t>
            </a:r>
            <a:r>
              <a:rPr lang="tr-TR" altLang="tr-TR" dirty="0"/>
              <a:t> çalışması</a:t>
            </a:r>
            <a:endParaRPr lang="en-US" altLang="tr-TR" dirty="0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BC221C17-5B90-427B-A0C8-771F66BBB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971800"/>
            <a:ext cx="838200" cy="8382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tr-TR"/>
              <a:t>p</a:t>
            </a:r>
          </a:p>
        </p:txBody>
      </p:sp>
      <p:sp>
        <p:nvSpPr>
          <p:cNvPr id="37892" name="Text Box 4">
            <a:extLst>
              <a:ext uri="{FF2B5EF4-FFF2-40B4-BE49-F238E27FC236}">
                <a16:creationId xmlns:a16="http://schemas.microsoft.com/office/drawing/2014/main" id="{6584AD60-61A3-481E-BC2A-811B9E7B5A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2057400"/>
            <a:ext cx="47160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r-TR"/>
              <a:t>1 1</a:t>
            </a:r>
          </a:p>
        </p:txBody>
      </p:sp>
      <p:sp>
        <p:nvSpPr>
          <p:cNvPr id="37893" name="Line 5">
            <a:extLst>
              <a:ext uri="{FF2B5EF4-FFF2-40B4-BE49-F238E27FC236}">
                <a16:creationId xmlns:a16="http://schemas.microsoft.com/office/drawing/2014/main" id="{AA7DA7BE-05E1-4F3F-B82C-E8D6E614C7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86400" y="2514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r-TR"/>
          </a:p>
        </p:txBody>
      </p:sp>
      <p:sp>
        <p:nvSpPr>
          <p:cNvPr id="37894" name="Text Box 6">
            <a:extLst>
              <a:ext uri="{FF2B5EF4-FFF2-40B4-BE49-F238E27FC236}">
                <a16:creationId xmlns:a16="http://schemas.microsoft.com/office/drawing/2014/main" id="{2086A7BF-6C67-4341-9DD0-226E12467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4419600"/>
            <a:ext cx="37061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r-TR"/>
              <a:t>X</a:t>
            </a:r>
          </a:p>
          <a:p>
            <a:r>
              <a:rPr lang="en-US" altLang="tr-TR"/>
              <a:t>X</a:t>
            </a:r>
          </a:p>
          <a:p>
            <a:r>
              <a:rPr lang="en-US" altLang="tr-TR"/>
              <a:t>Z</a:t>
            </a:r>
            <a:r>
              <a:rPr lang="en-US" altLang="tr-TR" baseline="-25000"/>
              <a:t>0</a:t>
            </a:r>
          </a:p>
        </p:txBody>
      </p:sp>
      <p:sp>
        <p:nvSpPr>
          <p:cNvPr id="37895" name="Line 7">
            <a:extLst>
              <a:ext uri="{FF2B5EF4-FFF2-40B4-BE49-F238E27FC236}">
                <a16:creationId xmlns:a16="http://schemas.microsoft.com/office/drawing/2014/main" id="{D340DBDD-DF2A-40E7-9889-8C814F71E119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3810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ayt Numarası Yer Tutucusu 4">
            <a:extLst>
              <a:ext uri="{FF2B5EF4-FFF2-40B4-BE49-F238E27FC236}">
                <a16:creationId xmlns:a16="http://schemas.microsoft.com/office/drawing/2014/main" id="{371C2F22-2DCB-4D18-BF91-0DB40D595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6733B-ABBA-4C81-AEA0-C9E63B22AA77}" type="slidenum">
              <a:rPr lang="en-US" altLang="tr-TR"/>
              <a:pPr/>
              <a:t>10</a:t>
            </a:fld>
            <a:endParaRPr lang="en-US" altLang="tr-TR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1CD3784C-FFE6-418B-9F3C-4816F5A285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PDA</a:t>
            </a:r>
            <a:r>
              <a:rPr lang="tr-TR" altLang="tr-TR" dirty="0"/>
              <a:t>’</a:t>
            </a:r>
            <a:r>
              <a:rPr lang="tr-TR" altLang="tr-TR" dirty="0" err="1"/>
              <a:t>nın</a:t>
            </a:r>
            <a:r>
              <a:rPr lang="tr-TR" altLang="tr-TR" dirty="0"/>
              <a:t> çalışması</a:t>
            </a:r>
            <a:endParaRPr lang="en-US" altLang="tr-TR" dirty="0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2CEDB2AF-FFC0-4CF7-90C2-C12168046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971800"/>
            <a:ext cx="838200" cy="8382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tr-TR"/>
              <a:t>p</a:t>
            </a:r>
          </a:p>
        </p:txBody>
      </p:sp>
      <p:sp>
        <p:nvSpPr>
          <p:cNvPr id="39940" name="Text Box 4">
            <a:extLst>
              <a:ext uri="{FF2B5EF4-FFF2-40B4-BE49-F238E27FC236}">
                <a16:creationId xmlns:a16="http://schemas.microsoft.com/office/drawing/2014/main" id="{40145DF8-A6AD-45ED-AE67-C2A1527D7C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2057400"/>
            <a:ext cx="3016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r-TR"/>
              <a:t>1</a:t>
            </a:r>
          </a:p>
        </p:txBody>
      </p:sp>
      <p:sp>
        <p:nvSpPr>
          <p:cNvPr id="39941" name="Line 5">
            <a:extLst>
              <a:ext uri="{FF2B5EF4-FFF2-40B4-BE49-F238E27FC236}">
                <a16:creationId xmlns:a16="http://schemas.microsoft.com/office/drawing/2014/main" id="{C702C9AF-668E-47A0-89A5-6BE19CAB4A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86400" y="2514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r-TR"/>
          </a:p>
        </p:txBody>
      </p:sp>
      <p:sp>
        <p:nvSpPr>
          <p:cNvPr id="39942" name="Text Box 6">
            <a:extLst>
              <a:ext uri="{FF2B5EF4-FFF2-40B4-BE49-F238E27FC236}">
                <a16:creationId xmlns:a16="http://schemas.microsoft.com/office/drawing/2014/main" id="{0911C1F4-3880-4A68-A2B7-003AE2F54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4419601"/>
            <a:ext cx="37061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r-TR"/>
              <a:t>X</a:t>
            </a:r>
          </a:p>
          <a:p>
            <a:r>
              <a:rPr lang="en-US" altLang="tr-TR"/>
              <a:t>Z</a:t>
            </a:r>
            <a:r>
              <a:rPr lang="en-US" altLang="tr-TR" baseline="-25000"/>
              <a:t>0</a:t>
            </a:r>
          </a:p>
        </p:txBody>
      </p:sp>
      <p:sp>
        <p:nvSpPr>
          <p:cNvPr id="39943" name="Line 7">
            <a:extLst>
              <a:ext uri="{FF2B5EF4-FFF2-40B4-BE49-F238E27FC236}">
                <a16:creationId xmlns:a16="http://schemas.microsoft.com/office/drawing/2014/main" id="{EF409532-19B7-4C23-BAC6-8090796EEB2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3810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ayt Numarası Yer Tutucusu 4">
            <a:extLst>
              <a:ext uri="{FF2B5EF4-FFF2-40B4-BE49-F238E27FC236}">
                <a16:creationId xmlns:a16="http://schemas.microsoft.com/office/drawing/2014/main" id="{B9449BB5-4B47-4D57-BD01-21AA77DB7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5B8A1-9792-4C00-9B2D-E72157CE7A82}" type="slidenum">
              <a:rPr lang="en-US" altLang="tr-TR"/>
              <a:pPr/>
              <a:t>11</a:t>
            </a:fld>
            <a:endParaRPr lang="en-US" altLang="tr-TR"/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FC6F8611-35E2-4F8C-BD14-A0C4A7B1C4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PDA</a:t>
            </a:r>
            <a:r>
              <a:rPr lang="tr-TR" altLang="tr-TR" dirty="0"/>
              <a:t>’</a:t>
            </a:r>
            <a:r>
              <a:rPr lang="tr-TR" altLang="tr-TR" dirty="0" err="1"/>
              <a:t>nın</a:t>
            </a:r>
            <a:r>
              <a:rPr lang="tr-TR" altLang="tr-TR" dirty="0"/>
              <a:t> çalışması</a:t>
            </a:r>
            <a:endParaRPr lang="en-US" altLang="tr-TR" dirty="0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136726B0-F90C-410F-98EE-773613D95B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971800"/>
            <a:ext cx="838200" cy="8382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tr-TR"/>
              <a:t>p</a:t>
            </a:r>
          </a:p>
        </p:txBody>
      </p:sp>
      <p:sp>
        <p:nvSpPr>
          <p:cNvPr id="41989" name="Line 5">
            <a:extLst>
              <a:ext uri="{FF2B5EF4-FFF2-40B4-BE49-F238E27FC236}">
                <a16:creationId xmlns:a16="http://schemas.microsoft.com/office/drawing/2014/main" id="{20B4A7D3-FDB8-4EC8-809D-1D8A11426D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86400" y="2514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r-TR"/>
          </a:p>
        </p:txBody>
      </p:sp>
      <p:sp>
        <p:nvSpPr>
          <p:cNvPr id="41990" name="Text Box 6">
            <a:extLst>
              <a:ext uri="{FF2B5EF4-FFF2-40B4-BE49-F238E27FC236}">
                <a16:creationId xmlns:a16="http://schemas.microsoft.com/office/drawing/2014/main" id="{56DB2DC1-659F-4FFB-A6F7-24E6DBFF15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4419600"/>
            <a:ext cx="37061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r-TR"/>
              <a:t>Z</a:t>
            </a:r>
            <a:r>
              <a:rPr lang="en-US" altLang="tr-TR" baseline="-25000"/>
              <a:t>0</a:t>
            </a:r>
          </a:p>
        </p:txBody>
      </p:sp>
      <p:sp>
        <p:nvSpPr>
          <p:cNvPr id="41991" name="Line 7">
            <a:extLst>
              <a:ext uri="{FF2B5EF4-FFF2-40B4-BE49-F238E27FC236}">
                <a16:creationId xmlns:a16="http://schemas.microsoft.com/office/drawing/2014/main" id="{D1848FE7-2393-4A47-A4E9-7B79000F2FE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3810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ayt Numarası Yer Tutucusu 4">
            <a:extLst>
              <a:ext uri="{FF2B5EF4-FFF2-40B4-BE49-F238E27FC236}">
                <a16:creationId xmlns:a16="http://schemas.microsoft.com/office/drawing/2014/main" id="{2EC04E13-A14A-445C-96AB-2F0EA378F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C83E1-0B79-45D6-92D0-67A35B067325}" type="slidenum">
              <a:rPr lang="en-US" altLang="tr-TR"/>
              <a:pPr/>
              <a:t>12</a:t>
            </a:fld>
            <a:endParaRPr lang="en-US" altLang="tr-TR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966A4E07-70A7-48DD-BF97-7AD72116D1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PDA</a:t>
            </a:r>
            <a:r>
              <a:rPr lang="tr-TR" altLang="tr-TR" dirty="0"/>
              <a:t>’</a:t>
            </a:r>
            <a:r>
              <a:rPr lang="tr-TR" altLang="tr-TR" dirty="0" err="1"/>
              <a:t>nın</a:t>
            </a:r>
            <a:r>
              <a:rPr lang="tr-TR" altLang="tr-TR" dirty="0"/>
              <a:t> çalışması</a:t>
            </a:r>
            <a:endParaRPr lang="en-US" altLang="tr-TR" dirty="0"/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889E2261-92F7-4A8A-B341-29440EBC9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971800"/>
            <a:ext cx="838200" cy="8382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tr-TR"/>
              <a:t>f</a:t>
            </a:r>
          </a:p>
        </p:txBody>
      </p:sp>
      <p:sp>
        <p:nvSpPr>
          <p:cNvPr id="44036" name="Line 4">
            <a:extLst>
              <a:ext uri="{FF2B5EF4-FFF2-40B4-BE49-F238E27FC236}">
                <a16:creationId xmlns:a16="http://schemas.microsoft.com/office/drawing/2014/main" id="{99675C28-0BE0-43E1-96CC-749B24BF08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86400" y="2514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r-TR"/>
          </a:p>
        </p:txBody>
      </p:sp>
      <p:sp>
        <p:nvSpPr>
          <p:cNvPr id="44037" name="Text Box 5">
            <a:extLst>
              <a:ext uri="{FF2B5EF4-FFF2-40B4-BE49-F238E27FC236}">
                <a16:creationId xmlns:a16="http://schemas.microsoft.com/office/drawing/2014/main" id="{76055F62-8A8B-4F52-A214-A66EC8BCD0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4419600"/>
            <a:ext cx="37061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r-TR"/>
              <a:t>Z</a:t>
            </a:r>
            <a:r>
              <a:rPr lang="en-US" altLang="tr-TR" baseline="-25000"/>
              <a:t>0</a:t>
            </a:r>
          </a:p>
        </p:txBody>
      </p:sp>
      <p:sp>
        <p:nvSpPr>
          <p:cNvPr id="44038" name="Line 6">
            <a:extLst>
              <a:ext uri="{FF2B5EF4-FFF2-40B4-BE49-F238E27FC236}">
                <a16:creationId xmlns:a16="http://schemas.microsoft.com/office/drawing/2014/main" id="{AA7550D0-8AE7-4036-A249-29B20C3EC01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3810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D4524EC9-4016-4534-95A1-7D55206B9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02" y="2178906"/>
            <a:ext cx="1704975" cy="1066800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3D00ED56-B0C8-457F-B963-409A27330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82" y="3229230"/>
            <a:ext cx="2924175" cy="2743200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D4DB8331-D181-4738-9F40-1D946BDE0C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4892" y="5631847"/>
            <a:ext cx="1190625" cy="904875"/>
          </a:xfrm>
          <a:prstGeom prst="rect">
            <a:avLst/>
          </a:prstGeom>
        </p:spPr>
      </p:pic>
      <p:pic>
        <p:nvPicPr>
          <p:cNvPr id="13" name="Resim 12">
            <a:extLst>
              <a:ext uri="{FF2B5EF4-FFF2-40B4-BE49-F238E27FC236}">
                <a16:creationId xmlns:a16="http://schemas.microsoft.com/office/drawing/2014/main" id="{AF7DC2A5-823F-4649-A287-69ACEDC813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9041" y="4674971"/>
            <a:ext cx="2428875" cy="1000125"/>
          </a:xfrm>
          <a:prstGeom prst="rect">
            <a:avLst/>
          </a:prstGeom>
        </p:spPr>
      </p:pic>
      <p:pic>
        <p:nvPicPr>
          <p:cNvPr id="15" name="Resim 14">
            <a:extLst>
              <a:ext uri="{FF2B5EF4-FFF2-40B4-BE49-F238E27FC236}">
                <a16:creationId xmlns:a16="http://schemas.microsoft.com/office/drawing/2014/main" id="{9C327F42-4C22-4241-939D-4A982E881D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8327" y="5675096"/>
            <a:ext cx="1133475" cy="1000125"/>
          </a:xfrm>
          <a:prstGeom prst="rect">
            <a:avLst/>
          </a:prstGeom>
        </p:spPr>
      </p:pic>
      <p:pic>
        <p:nvPicPr>
          <p:cNvPr id="17" name="Resim 16">
            <a:extLst>
              <a:ext uri="{FF2B5EF4-FFF2-40B4-BE49-F238E27FC236}">
                <a16:creationId xmlns:a16="http://schemas.microsoft.com/office/drawing/2014/main" id="{8DEFD731-A7EE-4349-8C07-015C523627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7916" y="4643307"/>
            <a:ext cx="2466975" cy="1047750"/>
          </a:xfrm>
          <a:prstGeom prst="rect">
            <a:avLst/>
          </a:prstGeom>
        </p:spPr>
      </p:pic>
      <p:pic>
        <p:nvPicPr>
          <p:cNvPr id="19" name="Resim 18">
            <a:extLst>
              <a:ext uri="{FF2B5EF4-FFF2-40B4-BE49-F238E27FC236}">
                <a16:creationId xmlns:a16="http://schemas.microsoft.com/office/drawing/2014/main" id="{3AB04AE3-5CE6-4BE6-BB86-55FBCE97FB3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33312" y="5648323"/>
            <a:ext cx="1152525" cy="990600"/>
          </a:xfrm>
          <a:prstGeom prst="rect">
            <a:avLst/>
          </a:prstGeom>
        </p:spPr>
      </p:pic>
      <p:pic>
        <p:nvPicPr>
          <p:cNvPr id="21" name="Resim 20">
            <a:extLst>
              <a:ext uri="{FF2B5EF4-FFF2-40B4-BE49-F238E27FC236}">
                <a16:creationId xmlns:a16="http://schemas.microsoft.com/office/drawing/2014/main" id="{7C2FAD73-D6C8-4F9B-B5CE-F655E39A0AE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36653" y="4683209"/>
            <a:ext cx="2495550" cy="1057275"/>
          </a:xfrm>
          <a:prstGeom prst="rect">
            <a:avLst/>
          </a:prstGeom>
        </p:spPr>
      </p:pic>
      <p:pic>
        <p:nvPicPr>
          <p:cNvPr id="23" name="Resim 22">
            <a:extLst>
              <a:ext uri="{FF2B5EF4-FFF2-40B4-BE49-F238E27FC236}">
                <a16:creationId xmlns:a16="http://schemas.microsoft.com/office/drawing/2014/main" id="{85528E34-4219-48A6-BE44-8ED721F3D7D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32646" y="2237859"/>
            <a:ext cx="2714625" cy="2428875"/>
          </a:xfrm>
          <a:prstGeom prst="rect">
            <a:avLst/>
          </a:prstGeom>
        </p:spPr>
      </p:pic>
      <p:pic>
        <p:nvPicPr>
          <p:cNvPr id="25" name="Resim 24">
            <a:extLst>
              <a:ext uri="{FF2B5EF4-FFF2-40B4-BE49-F238E27FC236}">
                <a16:creationId xmlns:a16="http://schemas.microsoft.com/office/drawing/2014/main" id="{E8CB29E7-1C67-4827-AEA0-C53FDF1D141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48458" y="1346157"/>
            <a:ext cx="1581150" cy="914400"/>
          </a:xfrm>
          <a:prstGeom prst="rect">
            <a:avLst/>
          </a:prstGeom>
        </p:spPr>
      </p:pic>
      <p:pic>
        <p:nvPicPr>
          <p:cNvPr id="27" name="Resim 26">
            <a:extLst>
              <a:ext uri="{FF2B5EF4-FFF2-40B4-BE49-F238E27FC236}">
                <a16:creationId xmlns:a16="http://schemas.microsoft.com/office/drawing/2014/main" id="{54054F48-065A-4128-99BE-70ED43067AA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47271" y="2223058"/>
            <a:ext cx="2476500" cy="1038225"/>
          </a:xfrm>
          <a:prstGeom prst="rect">
            <a:avLst/>
          </a:prstGeom>
        </p:spPr>
      </p:pic>
      <p:pic>
        <p:nvPicPr>
          <p:cNvPr id="29" name="Resim 28">
            <a:extLst>
              <a:ext uri="{FF2B5EF4-FFF2-40B4-BE49-F238E27FC236}">
                <a16:creationId xmlns:a16="http://schemas.microsoft.com/office/drawing/2014/main" id="{D22D033F-A83B-42A1-BFB7-CBCD8AB87EB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46978" y="1367781"/>
            <a:ext cx="1638300" cy="876300"/>
          </a:xfrm>
          <a:prstGeom prst="rect">
            <a:avLst/>
          </a:prstGeom>
        </p:spPr>
      </p:pic>
      <p:pic>
        <p:nvPicPr>
          <p:cNvPr id="31" name="Resim 30">
            <a:extLst>
              <a:ext uri="{FF2B5EF4-FFF2-40B4-BE49-F238E27FC236}">
                <a16:creationId xmlns:a16="http://schemas.microsoft.com/office/drawing/2014/main" id="{2FAA9F9E-FA36-4FF3-A7E1-BAB16C5282D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90122" y="6084284"/>
            <a:ext cx="3453972" cy="396038"/>
          </a:xfrm>
          <a:prstGeom prst="rect">
            <a:avLst/>
          </a:prstGeom>
        </p:spPr>
      </p:pic>
      <p:pic>
        <p:nvPicPr>
          <p:cNvPr id="33" name="Resim 32">
            <a:extLst>
              <a:ext uri="{FF2B5EF4-FFF2-40B4-BE49-F238E27FC236}">
                <a16:creationId xmlns:a16="http://schemas.microsoft.com/office/drawing/2014/main" id="{4BA29D1E-30FF-4C28-B70F-DE0ECA44C45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61896" y="2514164"/>
            <a:ext cx="3761860" cy="358272"/>
          </a:xfrm>
          <a:prstGeom prst="rect">
            <a:avLst/>
          </a:prstGeom>
        </p:spPr>
      </p:pic>
      <p:pic>
        <p:nvPicPr>
          <p:cNvPr id="4" name="Resim 3">
            <a:extLst>
              <a:ext uri="{FF2B5EF4-FFF2-40B4-BE49-F238E27FC236}">
                <a16:creationId xmlns:a16="http://schemas.microsoft.com/office/drawing/2014/main" id="{5BBEBCC9-EC5A-4023-B4C2-A6872AAAF25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2082" y="77488"/>
            <a:ext cx="10687050" cy="952500"/>
          </a:xfrm>
          <a:prstGeom prst="rect">
            <a:avLst/>
          </a:prstGeom>
        </p:spPr>
      </p:pic>
      <p:sp>
        <p:nvSpPr>
          <p:cNvPr id="20" name="Metin kutusu 19">
            <a:extLst>
              <a:ext uri="{FF2B5EF4-FFF2-40B4-BE49-F238E27FC236}">
                <a16:creationId xmlns:a16="http://schemas.microsoft.com/office/drawing/2014/main" id="{ABAD9DEA-CD0F-4AF0-94D4-465D8E8EA617}"/>
              </a:ext>
            </a:extLst>
          </p:cNvPr>
          <p:cNvSpPr txBox="1"/>
          <p:nvPr/>
        </p:nvSpPr>
        <p:spPr>
          <a:xfrm>
            <a:off x="4610100" y="3203457"/>
            <a:ext cx="7392430" cy="1561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 dilin </a:t>
            </a:r>
            <a:r>
              <a:rPr lang="tr-TR" sz="1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PDA'sı</a:t>
            </a:r>
            <a:r>
              <a:rPr lang="tr-T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ilk önce a'ları okuyup </a:t>
            </a:r>
            <a:r>
              <a:rPr lang="tr-TR" sz="1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yığıta</a:t>
            </a:r>
            <a:r>
              <a:rPr lang="tr-T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atarak çalışır. a'lar bittiğinde, makinenin hepsi yığında bulunur, böylece onları ya b'lerle ya da c'lerle eşleştirebiliriz. </a:t>
            </a:r>
            <a:r>
              <a:rPr lang="tr-TR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Makine a'ları b'lerle mi yoksa c'lerle mi eşleştirecek?</a:t>
            </a:r>
            <a:r>
              <a:rPr lang="tr-T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Nondeterminizm</a:t>
            </a:r>
            <a:r>
              <a:rPr lang="tr-T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kullanarak PDA, a'ları b'lerle mi yoksa c'lerle mi eşleştireceğini tahmin edebilir mi?</a:t>
            </a:r>
          </a:p>
        </p:txBody>
      </p:sp>
    </p:spTree>
    <p:extLst>
      <p:ext uri="{BB962C8B-B14F-4D97-AF65-F5344CB8AC3E}">
        <p14:creationId xmlns:p14="http://schemas.microsoft.com/office/powerpoint/2010/main" val="925743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755480C9-47FD-48F8-AE1E-75E5FD0C7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7641" y="403656"/>
            <a:ext cx="5908796" cy="940786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5EBBC7AE-45BA-4F55-9097-A0312F208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391" y="2465044"/>
            <a:ext cx="1457325" cy="1038225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39E1E0C4-3E55-4122-90E7-7BFF88971B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6716" y="2465043"/>
            <a:ext cx="3028950" cy="1038225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022A19EA-2DA6-46A0-9806-653FA78A96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968" y="2612680"/>
            <a:ext cx="1876425" cy="742950"/>
          </a:xfrm>
          <a:prstGeom prst="rect">
            <a:avLst/>
          </a:prstGeom>
        </p:spPr>
      </p:pic>
      <p:pic>
        <p:nvPicPr>
          <p:cNvPr id="13" name="Resim 12">
            <a:extLst>
              <a:ext uri="{FF2B5EF4-FFF2-40B4-BE49-F238E27FC236}">
                <a16:creationId xmlns:a16="http://schemas.microsoft.com/office/drawing/2014/main" id="{659BB39C-6A79-460F-92E0-D41DCA0C6C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5541" y="3477657"/>
            <a:ext cx="2000250" cy="2409825"/>
          </a:xfrm>
          <a:prstGeom prst="rect">
            <a:avLst/>
          </a:prstGeom>
        </p:spPr>
      </p:pic>
      <p:pic>
        <p:nvPicPr>
          <p:cNvPr id="15" name="Resim 14">
            <a:extLst>
              <a:ext uri="{FF2B5EF4-FFF2-40B4-BE49-F238E27FC236}">
                <a16:creationId xmlns:a16="http://schemas.microsoft.com/office/drawing/2014/main" id="{3645525D-10B2-485F-88FA-F7A4D73F01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2682" y="4994704"/>
            <a:ext cx="1762125" cy="723900"/>
          </a:xfrm>
          <a:prstGeom prst="rect">
            <a:avLst/>
          </a:prstGeom>
        </p:spPr>
      </p:pic>
      <p:pic>
        <p:nvPicPr>
          <p:cNvPr id="17" name="Resim 16">
            <a:extLst>
              <a:ext uri="{FF2B5EF4-FFF2-40B4-BE49-F238E27FC236}">
                <a16:creationId xmlns:a16="http://schemas.microsoft.com/office/drawing/2014/main" id="{0F84C20C-7CFA-4C32-94C2-CD02B73756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9579" y="4837541"/>
            <a:ext cx="3124200" cy="1038225"/>
          </a:xfrm>
          <a:prstGeom prst="rect">
            <a:avLst/>
          </a:prstGeom>
        </p:spPr>
      </p:pic>
      <p:sp>
        <p:nvSpPr>
          <p:cNvPr id="2" name="Metin kutusu 1">
            <a:extLst>
              <a:ext uri="{FF2B5EF4-FFF2-40B4-BE49-F238E27FC236}">
                <a16:creationId xmlns:a16="http://schemas.microsoft.com/office/drawing/2014/main" id="{89B8A632-6729-40BA-B657-1BD42E94DB66}"/>
              </a:ext>
            </a:extLst>
          </p:cNvPr>
          <p:cNvSpPr txBox="1"/>
          <p:nvPr/>
        </p:nvSpPr>
        <p:spPr>
          <a:xfrm>
            <a:off x="7101594" y="3636666"/>
            <a:ext cx="4629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Bu problem </a:t>
            </a:r>
            <a:r>
              <a:rPr lang="tr-TR" dirty="0" err="1"/>
              <a:t>Nondeterminstic</a:t>
            </a:r>
            <a:r>
              <a:rPr lang="tr-TR" dirty="0"/>
              <a:t> PDA gerektiriyor.</a:t>
            </a:r>
          </a:p>
        </p:txBody>
      </p:sp>
    </p:spTree>
    <p:extLst>
      <p:ext uri="{BB962C8B-B14F-4D97-AF65-F5344CB8AC3E}">
        <p14:creationId xmlns:p14="http://schemas.microsoft.com/office/powerpoint/2010/main" val="676537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CC48EB9E-8B5B-4BD0-9E78-078737E79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443" y="156127"/>
            <a:ext cx="3657600" cy="828675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BBD97CC6-CAED-49CE-9B48-53AFA5813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63" y="1144024"/>
            <a:ext cx="9124950" cy="533400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9A51EB77-A49C-48B5-93B9-6460BD08BC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9001" y="1822230"/>
            <a:ext cx="5619750" cy="342900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8AC3F886-F101-4295-B673-35C2979FEC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985" y="1822230"/>
            <a:ext cx="1152525" cy="323850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84D822F5-E8D9-45AD-BB38-3BE15E2632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9001" y="2344947"/>
            <a:ext cx="5553075" cy="352425"/>
          </a:xfrm>
          <a:prstGeom prst="rect">
            <a:avLst/>
          </a:prstGeom>
        </p:spPr>
      </p:pic>
      <p:pic>
        <p:nvPicPr>
          <p:cNvPr id="13" name="Resim 12">
            <a:extLst>
              <a:ext uri="{FF2B5EF4-FFF2-40B4-BE49-F238E27FC236}">
                <a16:creationId xmlns:a16="http://schemas.microsoft.com/office/drawing/2014/main" id="{BB01283B-8E9E-4795-AABF-41A3A4747C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5709" y="2335422"/>
            <a:ext cx="981075" cy="361950"/>
          </a:xfrm>
          <a:prstGeom prst="rect">
            <a:avLst/>
          </a:prstGeom>
        </p:spPr>
      </p:pic>
      <p:pic>
        <p:nvPicPr>
          <p:cNvPr id="15" name="Resim 14">
            <a:extLst>
              <a:ext uri="{FF2B5EF4-FFF2-40B4-BE49-F238E27FC236}">
                <a16:creationId xmlns:a16="http://schemas.microsoft.com/office/drawing/2014/main" id="{642C0A3C-9769-447D-B41C-3BA5590486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8051" y="2752977"/>
            <a:ext cx="5581650" cy="323850"/>
          </a:xfrm>
          <a:prstGeom prst="rect">
            <a:avLst/>
          </a:prstGeom>
        </p:spPr>
      </p:pic>
      <p:pic>
        <p:nvPicPr>
          <p:cNvPr id="17" name="Resim 16">
            <a:extLst>
              <a:ext uri="{FF2B5EF4-FFF2-40B4-BE49-F238E27FC236}">
                <a16:creationId xmlns:a16="http://schemas.microsoft.com/office/drawing/2014/main" id="{6502F4EB-CFEF-4D9B-B603-0C7C08B6B7A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5709" y="2757868"/>
            <a:ext cx="895350" cy="333375"/>
          </a:xfrm>
          <a:prstGeom prst="rect">
            <a:avLst/>
          </a:prstGeom>
        </p:spPr>
      </p:pic>
      <p:pic>
        <p:nvPicPr>
          <p:cNvPr id="19" name="Resim 18">
            <a:extLst>
              <a:ext uri="{FF2B5EF4-FFF2-40B4-BE49-F238E27FC236}">
                <a16:creationId xmlns:a16="http://schemas.microsoft.com/office/drawing/2014/main" id="{A385A793-9CDE-4AA9-B632-C2995FBC8A9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8051" y="3132432"/>
            <a:ext cx="5581650" cy="342900"/>
          </a:xfrm>
          <a:prstGeom prst="rect">
            <a:avLst/>
          </a:prstGeom>
        </p:spPr>
      </p:pic>
      <p:pic>
        <p:nvPicPr>
          <p:cNvPr id="21" name="Resim 20">
            <a:extLst>
              <a:ext uri="{FF2B5EF4-FFF2-40B4-BE49-F238E27FC236}">
                <a16:creationId xmlns:a16="http://schemas.microsoft.com/office/drawing/2014/main" id="{D81D86B2-E48C-43C5-8E1F-90937577608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15709" y="3118016"/>
            <a:ext cx="914400" cy="342900"/>
          </a:xfrm>
          <a:prstGeom prst="rect">
            <a:avLst/>
          </a:prstGeom>
        </p:spPr>
      </p:pic>
      <p:pic>
        <p:nvPicPr>
          <p:cNvPr id="23" name="Resim 22">
            <a:extLst>
              <a:ext uri="{FF2B5EF4-FFF2-40B4-BE49-F238E27FC236}">
                <a16:creationId xmlns:a16="http://schemas.microsoft.com/office/drawing/2014/main" id="{1A30293A-1819-47EF-8F88-BD81DB071B8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88051" y="3541234"/>
            <a:ext cx="5600700" cy="333375"/>
          </a:xfrm>
          <a:prstGeom prst="rect">
            <a:avLst/>
          </a:prstGeom>
        </p:spPr>
      </p:pic>
      <p:pic>
        <p:nvPicPr>
          <p:cNvPr id="25" name="Resim 24">
            <a:extLst>
              <a:ext uri="{FF2B5EF4-FFF2-40B4-BE49-F238E27FC236}">
                <a16:creationId xmlns:a16="http://schemas.microsoft.com/office/drawing/2014/main" id="{B26CB8DD-919D-4497-A727-B8E59CE49CE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34758" y="3543293"/>
            <a:ext cx="942975" cy="352425"/>
          </a:xfrm>
          <a:prstGeom prst="rect">
            <a:avLst/>
          </a:prstGeom>
        </p:spPr>
      </p:pic>
      <p:pic>
        <p:nvPicPr>
          <p:cNvPr id="27" name="Resim 26">
            <a:extLst>
              <a:ext uri="{FF2B5EF4-FFF2-40B4-BE49-F238E27FC236}">
                <a16:creationId xmlns:a16="http://schemas.microsoft.com/office/drawing/2014/main" id="{37CBB398-598A-4FEC-8A01-AF4CE04346F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02677" y="4086643"/>
            <a:ext cx="1954426" cy="252373"/>
          </a:xfrm>
          <a:prstGeom prst="rect">
            <a:avLst/>
          </a:prstGeom>
        </p:spPr>
      </p:pic>
      <p:pic>
        <p:nvPicPr>
          <p:cNvPr id="29" name="Resim 28">
            <a:extLst>
              <a:ext uri="{FF2B5EF4-FFF2-40B4-BE49-F238E27FC236}">
                <a16:creationId xmlns:a16="http://schemas.microsoft.com/office/drawing/2014/main" id="{7EFD4E56-CE52-4BCA-BE26-29901855BFB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01446" y="4028810"/>
            <a:ext cx="542925" cy="314325"/>
          </a:xfrm>
          <a:prstGeom prst="rect">
            <a:avLst/>
          </a:prstGeom>
        </p:spPr>
      </p:pic>
      <p:pic>
        <p:nvPicPr>
          <p:cNvPr id="4" name="Resim 3">
            <a:extLst>
              <a:ext uri="{FF2B5EF4-FFF2-40B4-BE49-F238E27FC236}">
                <a16:creationId xmlns:a16="http://schemas.microsoft.com/office/drawing/2014/main" id="{52529233-8260-4FAA-A180-F63ABC542AD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45488" y="5271063"/>
            <a:ext cx="3914775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247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DA90C701-3ECD-4AE4-8705-D1F76B2BF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359" y="238383"/>
            <a:ext cx="5010150" cy="1866900"/>
          </a:xfrm>
          <a:prstGeom prst="rect">
            <a:avLst/>
          </a:prstGeom>
        </p:spPr>
      </p:pic>
      <p:pic>
        <p:nvPicPr>
          <p:cNvPr id="3" name="Resim 2">
            <a:extLst>
              <a:ext uri="{FF2B5EF4-FFF2-40B4-BE49-F238E27FC236}">
                <a16:creationId xmlns:a16="http://schemas.microsoft.com/office/drawing/2014/main" id="{E0457BD6-A500-4C91-8B22-FB79B6D3E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93760"/>
            <a:ext cx="1809750" cy="352425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8F20CE8E-E789-4148-83D0-F0BB688AE9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5312" y="2617444"/>
            <a:ext cx="2152650" cy="314325"/>
          </a:xfrm>
          <a:prstGeom prst="rect">
            <a:avLst/>
          </a:prstGeom>
        </p:spPr>
      </p:pic>
      <p:pic>
        <p:nvPicPr>
          <p:cNvPr id="10" name="Resim 9">
            <a:extLst>
              <a:ext uri="{FF2B5EF4-FFF2-40B4-BE49-F238E27FC236}">
                <a16:creationId xmlns:a16="http://schemas.microsoft.com/office/drawing/2014/main" id="{587E6E6B-4717-491B-B602-E954C93AB2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7962" y="2617444"/>
            <a:ext cx="2057400" cy="352425"/>
          </a:xfrm>
          <a:prstGeom prst="rect">
            <a:avLst/>
          </a:prstGeom>
        </p:spPr>
      </p:pic>
      <p:pic>
        <p:nvPicPr>
          <p:cNvPr id="12" name="Resim 11">
            <a:extLst>
              <a:ext uri="{FF2B5EF4-FFF2-40B4-BE49-F238E27FC236}">
                <a16:creationId xmlns:a16="http://schemas.microsoft.com/office/drawing/2014/main" id="{80C12B24-BE7C-42BD-A679-A610FB87E9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2410" y="2662946"/>
            <a:ext cx="1781175" cy="371475"/>
          </a:xfrm>
          <a:prstGeom prst="rect">
            <a:avLst/>
          </a:prstGeom>
        </p:spPr>
      </p:pic>
      <p:pic>
        <p:nvPicPr>
          <p:cNvPr id="14" name="Resim 13">
            <a:extLst>
              <a:ext uri="{FF2B5EF4-FFF2-40B4-BE49-F238E27FC236}">
                <a16:creationId xmlns:a16="http://schemas.microsoft.com/office/drawing/2014/main" id="{C4D99D7B-FFC6-4058-B57E-C7FDE9E9C1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1445" y="2672470"/>
            <a:ext cx="1685925" cy="352425"/>
          </a:xfrm>
          <a:prstGeom prst="rect">
            <a:avLst/>
          </a:prstGeom>
        </p:spPr>
      </p:pic>
      <p:pic>
        <p:nvPicPr>
          <p:cNvPr id="16" name="Resim 15">
            <a:extLst>
              <a:ext uri="{FF2B5EF4-FFF2-40B4-BE49-F238E27FC236}">
                <a16:creationId xmlns:a16="http://schemas.microsoft.com/office/drawing/2014/main" id="{6C996816-69EA-4E5F-8B0A-A6482A9BAF3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7370" y="2666292"/>
            <a:ext cx="1647825" cy="371475"/>
          </a:xfrm>
          <a:prstGeom prst="rect">
            <a:avLst/>
          </a:prstGeom>
        </p:spPr>
      </p:pic>
      <p:pic>
        <p:nvPicPr>
          <p:cNvPr id="18" name="Resim 17">
            <a:extLst>
              <a:ext uri="{FF2B5EF4-FFF2-40B4-BE49-F238E27FC236}">
                <a16:creationId xmlns:a16="http://schemas.microsoft.com/office/drawing/2014/main" id="{9E045D3D-D5EA-45D0-8CB4-1DF731833EB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17009" y="4239011"/>
            <a:ext cx="6800850" cy="19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920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5808F509-497F-4E75-AC8A-7F916FC91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898" y="4683217"/>
            <a:ext cx="2750876" cy="409705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ACC9781D-05F6-4ECF-B791-066350C8A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2774" y="4665326"/>
            <a:ext cx="2755476" cy="331187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C1796089-D99F-4563-8E7F-3DCA8E7E81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3431" y="4621433"/>
            <a:ext cx="2554312" cy="392971"/>
          </a:xfrm>
          <a:prstGeom prst="rect">
            <a:avLst/>
          </a:prstGeom>
        </p:spPr>
      </p:pic>
      <p:pic>
        <p:nvPicPr>
          <p:cNvPr id="13" name="Resim 12">
            <a:extLst>
              <a:ext uri="{FF2B5EF4-FFF2-40B4-BE49-F238E27FC236}">
                <a16:creationId xmlns:a16="http://schemas.microsoft.com/office/drawing/2014/main" id="{CF8E9B5F-AC1B-4763-A2D1-63E68CAE4B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6199" y="5429000"/>
            <a:ext cx="2390836" cy="365811"/>
          </a:xfrm>
          <a:prstGeom prst="rect">
            <a:avLst/>
          </a:prstGeom>
        </p:spPr>
      </p:pic>
      <p:pic>
        <p:nvPicPr>
          <p:cNvPr id="15" name="Resim 14">
            <a:extLst>
              <a:ext uri="{FF2B5EF4-FFF2-40B4-BE49-F238E27FC236}">
                <a16:creationId xmlns:a16="http://schemas.microsoft.com/office/drawing/2014/main" id="{3ADF2D9F-594A-4A08-ACCC-2F82E88B0D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7035" y="5429000"/>
            <a:ext cx="2615279" cy="487319"/>
          </a:xfrm>
          <a:prstGeom prst="rect">
            <a:avLst/>
          </a:prstGeom>
        </p:spPr>
      </p:pic>
      <p:pic>
        <p:nvPicPr>
          <p:cNvPr id="19" name="Resim 18">
            <a:extLst>
              <a:ext uri="{FF2B5EF4-FFF2-40B4-BE49-F238E27FC236}">
                <a16:creationId xmlns:a16="http://schemas.microsoft.com/office/drawing/2014/main" id="{47F4685E-403A-419F-8D0B-C583B05F7F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6641" y="5464655"/>
            <a:ext cx="2462885" cy="397733"/>
          </a:xfrm>
          <a:prstGeom prst="rect">
            <a:avLst/>
          </a:prstGeom>
        </p:spPr>
      </p:pic>
      <p:pic>
        <p:nvPicPr>
          <p:cNvPr id="21" name="Resim 20">
            <a:extLst>
              <a:ext uri="{FF2B5EF4-FFF2-40B4-BE49-F238E27FC236}">
                <a16:creationId xmlns:a16="http://schemas.microsoft.com/office/drawing/2014/main" id="{B3FB7BF9-BA1F-4C7F-9C8D-4BC7F8C6B1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53331" y="6130889"/>
            <a:ext cx="2738237" cy="453466"/>
          </a:xfrm>
          <a:prstGeom prst="rect">
            <a:avLst/>
          </a:prstGeom>
        </p:spPr>
      </p:pic>
      <p:pic>
        <p:nvPicPr>
          <p:cNvPr id="23" name="Resim 22">
            <a:extLst>
              <a:ext uri="{FF2B5EF4-FFF2-40B4-BE49-F238E27FC236}">
                <a16:creationId xmlns:a16="http://schemas.microsoft.com/office/drawing/2014/main" id="{12802D4B-2A07-45DE-B926-98FB546E3CB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61230" y="6124968"/>
            <a:ext cx="2342914" cy="514731"/>
          </a:xfrm>
          <a:prstGeom prst="rect">
            <a:avLst/>
          </a:prstGeom>
        </p:spPr>
      </p:pic>
      <p:pic>
        <p:nvPicPr>
          <p:cNvPr id="25" name="Resim 24">
            <a:extLst>
              <a:ext uri="{FF2B5EF4-FFF2-40B4-BE49-F238E27FC236}">
                <a16:creationId xmlns:a16="http://schemas.microsoft.com/office/drawing/2014/main" id="{4395EB5B-4CC7-4B8E-9162-2FA46D66DAA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73806" y="6211336"/>
            <a:ext cx="1999028" cy="428363"/>
          </a:xfrm>
          <a:prstGeom prst="rect">
            <a:avLst/>
          </a:prstGeom>
        </p:spPr>
      </p:pic>
      <p:pic>
        <p:nvPicPr>
          <p:cNvPr id="27" name="Resim 26">
            <a:extLst>
              <a:ext uri="{FF2B5EF4-FFF2-40B4-BE49-F238E27FC236}">
                <a16:creationId xmlns:a16="http://schemas.microsoft.com/office/drawing/2014/main" id="{A4412605-0F7C-4DE8-8088-42F83943819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26069" y="6240386"/>
            <a:ext cx="1907831" cy="399313"/>
          </a:xfrm>
          <a:prstGeom prst="rect">
            <a:avLst/>
          </a:prstGeom>
        </p:spPr>
      </p:pic>
      <p:pic>
        <p:nvPicPr>
          <p:cNvPr id="20" name="Resim 19">
            <a:extLst>
              <a:ext uri="{FF2B5EF4-FFF2-40B4-BE49-F238E27FC236}">
                <a16:creationId xmlns:a16="http://schemas.microsoft.com/office/drawing/2014/main" id="{12133932-1B2F-4269-97F8-8BC8F35B6D1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79691" y="49153"/>
            <a:ext cx="5082859" cy="553719"/>
          </a:xfrm>
          <a:prstGeom prst="rect">
            <a:avLst/>
          </a:prstGeom>
        </p:spPr>
      </p:pic>
      <p:sp>
        <p:nvSpPr>
          <p:cNvPr id="22" name="Metin kutusu 21">
            <a:extLst>
              <a:ext uri="{FF2B5EF4-FFF2-40B4-BE49-F238E27FC236}">
                <a16:creationId xmlns:a16="http://schemas.microsoft.com/office/drawing/2014/main" id="{E43C63D3-63A0-4472-AFC2-E38F263231E5}"/>
              </a:ext>
            </a:extLst>
          </p:cNvPr>
          <p:cNvSpPr txBox="1"/>
          <p:nvPr/>
        </p:nvSpPr>
        <p:spPr>
          <a:xfrm>
            <a:off x="9621795" y="1425146"/>
            <a:ext cx="2059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Deterministik</a:t>
            </a:r>
            <a:r>
              <a:rPr lang="tr-TR" dirty="0"/>
              <a:t> PDA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654E44BA-ADC4-438E-9B86-68645B05C9D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01510" y="4712694"/>
            <a:ext cx="2629005" cy="380228"/>
          </a:xfrm>
          <a:prstGeom prst="rect">
            <a:avLst/>
          </a:prstGeom>
        </p:spPr>
      </p:pic>
      <p:pic>
        <p:nvPicPr>
          <p:cNvPr id="8" name="Resim 7">
            <a:extLst>
              <a:ext uri="{FF2B5EF4-FFF2-40B4-BE49-F238E27FC236}">
                <a16:creationId xmlns:a16="http://schemas.microsoft.com/office/drawing/2014/main" id="{D23FAB23-136A-4810-B9BC-2FAE1B082C8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42314" y="5471352"/>
            <a:ext cx="2241513" cy="422314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F294A262-D122-4EBE-A012-B5CB999C489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1533" y="534309"/>
            <a:ext cx="8715375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872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>
            <a:extLst>
              <a:ext uri="{FF2B5EF4-FFF2-40B4-BE49-F238E27FC236}">
                <a16:creationId xmlns:a16="http://schemas.microsoft.com/office/drawing/2014/main" id="{DF22A884-58B3-4CC1-A93A-EBCFBDF4C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39" y="4524632"/>
            <a:ext cx="2307781" cy="409445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9D013CB6-FD16-4921-A3C3-0E33E4105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0842" y="4524632"/>
            <a:ext cx="3061288" cy="389881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02EE31D7-14A2-46FD-B708-21A1355F75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3170" y="4524632"/>
            <a:ext cx="3224964" cy="468140"/>
          </a:xfrm>
          <a:prstGeom prst="rect">
            <a:avLst/>
          </a:prstGeom>
        </p:spPr>
      </p:pic>
      <p:pic>
        <p:nvPicPr>
          <p:cNvPr id="13" name="Resim 12">
            <a:extLst>
              <a:ext uri="{FF2B5EF4-FFF2-40B4-BE49-F238E27FC236}">
                <a16:creationId xmlns:a16="http://schemas.microsoft.com/office/drawing/2014/main" id="{76A1532E-7D6A-4E92-8EA2-3ACEE6D6F0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8133" y="4524632"/>
            <a:ext cx="3396337" cy="429011"/>
          </a:xfrm>
          <a:prstGeom prst="rect">
            <a:avLst/>
          </a:prstGeom>
        </p:spPr>
      </p:pic>
      <p:pic>
        <p:nvPicPr>
          <p:cNvPr id="15" name="Resim 14">
            <a:extLst>
              <a:ext uri="{FF2B5EF4-FFF2-40B4-BE49-F238E27FC236}">
                <a16:creationId xmlns:a16="http://schemas.microsoft.com/office/drawing/2014/main" id="{6058F2ED-6846-48A3-A066-42D86BA4DA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254" y="5469215"/>
            <a:ext cx="2495160" cy="499032"/>
          </a:xfrm>
          <a:prstGeom prst="rect">
            <a:avLst/>
          </a:prstGeom>
        </p:spPr>
      </p:pic>
      <p:pic>
        <p:nvPicPr>
          <p:cNvPr id="17" name="Resim 16">
            <a:extLst>
              <a:ext uri="{FF2B5EF4-FFF2-40B4-BE49-F238E27FC236}">
                <a16:creationId xmlns:a16="http://schemas.microsoft.com/office/drawing/2014/main" id="{8EBD1C19-0531-40CE-8144-F4EE25F847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6414" y="5559013"/>
            <a:ext cx="2426948" cy="399558"/>
          </a:xfrm>
          <a:prstGeom prst="rect">
            <a:avLst/>
          </a:prstGeom>
        </p:spPr>
      </p:pic>
      <p:pic>
        <p:nvPicPr>
          <p:cNvPr id="19" name="Resim 18">
            <a:extLst>
              <a:ext uri="{FF2B5EF4-FFF2-40B4-BE49-F238E27FC236}">
                <a16:creationId xmlns:a16="http://schemas.microsoft.com/office/drawing/2014/main" id="{C2A7A848-706F-4AAB-913D-469AD98B61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41574" y="5559013"/>
            <a:ext cx="2543561" cy="468140"/>
          </a:xfrm>
          <a:prstGeom prst="rect">
            <a:avLst/>
          </a:prstGeom>
        </p:spPr>
      </p:pic>
      <p:pic>
        <p:nvPicPr>
          <p:cNvPr id="21" name="Resim 20">
            <a:extLst>
              <a:ext uri="{FF2B5EF4-FFF2-40B4-BE49-F238E27FC236}">
                <a16:creationId xmlns:a16="http://schemas.microsoft.com/office/drawing/2014/main" id="{B10025A5-AAC0-42D2-A9EE-A3BCA7ED01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85135" y="5639120"/>
            <a:ext cx="2114176" cy="468139"/>
          </a:xfrm>
          <a:prstGeom prst="rect">
            <a:avLst/>
          </a:prstGeom>
        </p:spPr>
      </p:pic>
      <p:pic>
        <p:nvPicPr>
          <p:cNvPr id="23" name="Resim 22">
            <a:extLst>
              <a:ext uri="{FF2B5EF4-FFF2-40B4-BE49-F238E27FC236}">
                <a16:creationId xmlns:a16="http://schemas.microsoft.com/office/drawing/2014/main" id="{36712121-F44E-4B1F-BD02-F95BF982586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99311" y="5717377"/>
            <a:ext cx="2058577" cy="389882"/>
          </a:xfrm>
          <a:prstGeom prst="rect">
            <a:avLst/>
          </a:prstGeom>
        </p:spPr>
      </p:pic>
      <p:pic>
        <p:nvPicPr>
          <p:cNvPr id="3" name="Resim 2">
            <a:extLst>
              <a:ext uri="{FF2B5EF4-FFF2-40B4-BE49-F238E27FC236}">
                <a16:creationId xmlns:a16="http://schemas.microsoft.com/office/drawing/2014/main" id="{065A0EC9-8ADC-4CC9-8D97-0555F3B892D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54452" y="907663"/>
            <a:ext cx="6762750" cy="3400425"/>
          </a:xfrm>
          <a:prstGeom prst="rect">
            <a:avLst/>
          </a:prstGeom>
        </p:spPr>
      </p:pic>
      <p:pic>
        <p:nvPicPr>
          <p:cNvPr id="14" name="Resim 13">
            <a:extLst>
              <a:ext uri="{FF2B5EF4-FFF2-40B4-BE49-F238E27FC236}">
                <a16:creationId xmlns:a16="http://schemas.microsoft.com/office/drawing/2014/main" id="{FE5D9C19-5076-4FC9-A740-475903F0CA0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2968" y="245672"/>
            <a:ext cx="5082859" cy="553719"/>
          </a:xfrm>
          <a:prstGeom prst="rect">
            <a:avLst/>
          </a:prstGeom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B32A0C5B-A231-40CD-AE15-30D188BFD239}"/>
              </a:ext>
            </a:extLst>
          </p:cNvPr>
          <p:cNvSpPr txBox="1"/>
          <p:nvPr/>
        </p:nvSpPr>
        <p:spPr>
          <a:xfrm>
            <a:off x="6260757" y="261315"/>
            <a:ext cx="5445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Fakat asla boşluk kabul edilmeyecekse</a:t>
            </a:r>
          </a:p>
        </p:txBody>
      </p:sp>
    </p:spTree>
    <p:extLst>
      <p:ext uri="{BB962C8B-B14F-4D97-AF65-F5344CB8AC3E}">
        <p14:creationId xmlns:p14="http://schemas.microsoft.com/office/powerpoint/2010/main" val="353320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397B8BA3-E80F-45A9-891A-9FB05EA78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0922" y="27147"/>
            <a:ext cx="9048750" cy="542925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A2E96C77-320D-4C08-816B-D78DB774D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7688" y="547418"/>
            <a:ext cx="5591175" cy="352425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6106B923-D0C5-4037-9131-304106F03B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5722" y="561705"/>
            <a:ext cx="1123950" cy="323850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59E18466-152D-4310-8855-95BCF172E6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8637" y="879377"/>
            <a:ext cx="5629275" cy="342900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A9C97F9B-F507-4C3D-A164-8CB50B4273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19534" y="856723"/>
            <a:ext cx="1076325" cy="304800"/>
          </a:xfrm>
          <a:prstGeom prst="rect">
            <a:avLst/>
          </a:prstGeom>
        </p:spPr>
      </p:pic>
      <p:pic>
        <p:nvPicPr>
          <p:cNvPr id="13" name="Resim 12">
            <a:extLst>
              <a:ext uri="{FF2B5EF4-FFF2-40B4-BE49-F238E27FC236}">
                <a16:creationId xmlns:a16="http://schemas.microsoft.com/office/drawing/2014/main" id="{221A5650-EF1F-4BF6-9CA7-54447FF40A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8637" y="1166672"/>
            <a:ext cx="5524500" cy="333375"/>
          </a:xfrm>
          <a:prstGeom prst="rect">
            <a:avLst/>
          </a:prstGeom>
        </p:spPr>
      </p:pic>
      <p:pic>
        <p:nvPicPr>
          <p:cNvPr id="15" name="Resim 14">
            <a:extLst>
              <a:ext uri="{FF2B5EF4-FFF2-40B4-BE49-F238E27FC236}">
                <a16:creationId xmlns:a16="http://schemas.microsoft.com/office/drawing/2014/main" id="{A5AFEC1B-D14F-49AB-B3BD-37DBDA750B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96367" y="1161523"/>
            <a:ext cx="952500" cy="304800"/>
          </a:xfrm>
          <a:prstGeom prst="rect">
            <a:avLst/>
          </a:prstGeom>
        </p:spPr>
      </p:pic>
      <p:pic>
        <p:nvPicPr>
          <p:cNvPr id="17" name="Resim 16">
            <a:extLst>
              <a:ext uri="{FF2B5EF4-FFF2-40B4-BE49-F238E27FC236}">
                <a16:creationId xmlns:a16="http://schemas.microsoft.com/office/drawing/2014/main" id="{4F9F0301-33BD-429E-91A0-CF25D5BB1E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39112" y="1500047"/>
            <a:ext cx="5534025" cy="333375"/>
          </a:xfrm>
          <a:prstGeom prst="rect">
            <a:avLst/>
          </a:prstGeom>
        </p:spPr>
      </p:pic>
      <p:pic>
        <p:nvPicPr>
          <p:cNvPr id="19" name="Resim 18">
            <a:extLst>
              <a:ext uri="{FF2B5EF4-FFF2-40B4-BE49-F238E27FC236}">
                <a16:creationId xmlns:a16="http://schemas.microsoft.com/office/drawing/2014/main" id="{53CD8AD0-1BA3-4DEC-9277-62624A7A0F2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24942" y="1494769"/>
            <a:ext cx="923925" cy="323850"/>
          </a:xfrm>
          <a:prstGeom prst="rect">
            <a:avLst/>
          </a:prstGeom>
        </p:spPr>
      </p:pic>
      <p:pic>
        <p:nvPicPr>
          <p:cNvPr id="21" name="Resim 20">
            <a:extLst>
              <a:ext uri="{FF2B5EF4-FFF2-40B4-BE49-F238E27FC236}">
                <a16:creationId xmlns:a16="http://schemas.microsoft.com/office/drawing/2014/main" id="{5BC74938-D053-41BB-927A-50CBE0E609E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48637" y="1837927"/>
            <a:ext cx="5486400" cy="314325"/>
          </a:xfrm>
          <a:prstGeom prst="rect">
            <a:avLst/>
          </a:prstGeom>
        </p:spPr>
      </p:pic>
      <p:pic>
        <p:nvPicPr>
          <p:cNvPr id="23" name="Resim 22">
            <a:extLst>
              <a:ext uri="{FF2B5EF4-FFF2-40B4-BE49-F238E27FC236}">
                <a16:creationId xmlns:a16="http://schemas.microsoft.com/office/drawing/2014/main" id="{DDA5E6F9-F89F-4924-9E0E-075DC38EE99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86842" y="1812441"/>
            <a:ext cx="942975" cy="333375"/>
          </a:xfrm>
          <a:prstGeom prst="rect">
            <a:avLst/>
          </a:prstGeom>
        </p:spPr>
      </p:pic>
      <p:pic>
        <p:nvPicPr>
          <p:cNvPr id="25" name="Resim 24">
            <a:extLst>
              <a:ext uri="{FF2B5EF4-FFF2-40B4-BE49-F238E27FC236}">
                <a16:creationId xmlns:a16="http://schemas.microsoft.com/office/drawing/2014/main" id="{72FBB059-0EF8-4A8A-BFF8-CA3CCE53B1B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20062" y="2145816"/>
            <a:ext cx="5543550" cy="314325"/>
          </a:xfrm>
          <a:prstGeom prst="rect">
            <a:avLst/>
          </a:prstGeom>
        </p:spPr>
      </p:pic>
      <p:pic>
        <p:nvPicPr>
          <p:cNvPr id="27" name="Resim 26">
            <a:extLst>
              <a:ext uri="{FF2B5EF4-FFF2-40B4-BE49-F238E27FC236}">
                <a16:creationId xmlns:a16="http://schemas.microsoft.com/office/drawing/2014/main" id="{A78B5A3B-9AD4-4B15-8CB8-43D8B106CB8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010654" y="2144143"/>
            <a:ext cx="952500" cy="333375"/>
          </a:xfrm>
          <a:prstGeom prst="rect">
            <a:avLst/>
          </a:prstGeom>
        </p:spPr>
      </p:pic>
      <p:pic>
        <p:nvPicPr>
          <p:cNvPr id="29" name="Resim 28">
            <a:extLst>
              <a:ext uri="{FF2B5EF4-FFF2-40B4-BE49-F238E27FC236}">
                <a16:creationId xmlns:a16="http://schemas.microsoft.com/office/drawing/2014/main" id="{860433BF-EA79-43F3-80EE-E2D0232EAD9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96249" y="2475587"/>
            <a:ext cx="5619750" cy="333375"/>
          </a:xfrm>
          <a:prstGeom prst="rect">
            <a:avLst/>
          </a:prstGeom>
        </p:spPr>
      </p:pic>
      <p:pic>
        <p:nvPicPr>
          <p:cNvPr id="31" name="Resim 30">
            <a:extLst>
              <a:ext uri="{FF2B5EF4-FFF2-40B4-BE49-F238E27FC236}">
                <a16:creationId xmlns:a16="http://schemas.microsoft.com/office/drawing/2014/main" id="{3F796EC7-2D74-442E-BF6A-779922E856F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995722" y="2460141"/>
            <a:ext cx="942975" cy="323850"/>
          </a:xfrm>
          <a:prstGeom prst="rect">
            <a:avLst/>
          </a:prstGeom>
        </p:spPr>
      </p:pic>
      <p:pic>
        <p:nvPicPr>
          <p:cNvPr id="33" name="Resim 32">
            <a:extLst>
              <a:ext uri="{FF2B5EF4-FFF2-40B4-BE49-F238E27FC236}">
                <a16:creationId xmlns:a16="http://schemas.microsoft.com/office/drawing/2014/main" id="{85930AA7-10A4-4E70-A84C-C13B66DA9D1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96249" y="2802397"/>
            <a:ext cx="5553075" cy="333375"/>
          </a:xfrm>
          <a:prstGeom prst="rect">
            <a:avLst/>
          </a:prstGeom>
        </p:spPr>
      </p:pic>
      <p:pic>
        <p:nvPicPr>
          <p:cNvPr id="35" name="Resim 34">
            <a:extLst>
              <a:ext uri="{FF2B5EF4-FFF2-40B4-BE49-F238E27FC236}">
                <a16:creationId xmlns:a16="http://schemas.microsoft.com/office/drawing/2014/main" id="{3A45FA78-5A99-4657-B899-392314BF5BF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986842" y="2772278"/>
            <a:ext cx="809625" cy="323850"/>
          </a:xfrm>
          <a:prstGeom prst="rect">
            <a:avLst/>
          </a:prstGeom>
        </p:spPr>
      </p:pic>
      <p:pic>
        <p:nvPicPr>
          <p:cNvPr id="37" name="Resim 36">
            <a:extLst>
              <a:ext uri="{FF2B5EF4-FFF2-40B4-BE49-F238E27FC236}">
                <a16:creationId xmlns:a16="http://schemas.microsoft.com/office/drawing/2014/main" id="{45F5F7C1-C379-45B9-8B5F-CB59F722346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939112" y="3146069"/>
            <a:ext cx="5591175" cy="352425"/>
          </a:xfrm>
          <a:prstGeom prst="rect">
            <a:avLst/>
          </a:prstGeom>
        </p:spPr>
      </p:pic>
      <p:pic>
        <p:nvPicPr>
          <p:cNvPr id="39" name="Resim 38">
            <a:extLst>
              <a:ext uri="{FF2B5EF4-FFF2-40B4-BE49-F238E27FC236}">
                <a16:creationId xmlns:a16="http://schemas.microsoft.com/office/drawing/2014/main" id="{443E652D-D5CD-4A5C-AA62-BF91CE56BB7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19534" y="3089950"/>
            <a:ext cx="790575" cy="333375"/>
          </a:xfrm>
          <a:prstGeom prst="rect">
            <a:avLst/>
          </a:prstGeom>
        </p:spPr>
      </p:pic>
      <p:pic>
        <p:nvPicPr>
          <p:cNvPr id="41" name="Resim 40">
            <a:extLst>
              <a:ext uri="{FF2B5EF4-FFF2-40B4-BE49-F238E27FC236}">
                <a16:creationId xmlns:a16="http://schemas.microsoft.com/office/drawing/2014/main" id="{A2A6E1DD-61E2-4C5E-8EA8-227FCC532B9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96248" y="3530801"/>
            <a:ext cx="5553075" cy="304800"/>
          </a:xfrm>
          <a:prstGeom prst="rect">
            <a:avLst/>
          </a:prstGeom>
        </p:spPr>
      </p:pic>
      <p:pic>
        <p:nvPicPr>
          <p:cNvPr id="43" name="Resim 42">
            <a:extLst>
              <a:ext uri="{FF2B5EF4-FFF2-40B4-BE49-F238E27FC236}">
                <a16:creationId xmlns:a16="http://schemas.microsoft.com/office/drawing/2014/main" id="{1FA4A40A-7D47-45B7-8604-FC1685FAB7A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010654" y="3428859"/>
            <a:ext cx="857250" cy="333375"/>
          </a:xfrm>
          <a:prstGeom prst="rect">
            <a:avLst/>
          </a:prstGeom>
        </p:spPr>
      </p:pic>
      <p:pic>
        <p:nvPicPr>
          <p:cNvPr id="45" name="Resim 44">
            <a:extLst>
              <a:ext uri="{FF2B5EF4-FFF2-40B4-BE49-F238E27FC236}">
                <a16:creationId xmlns:a16="http://schemas.microsoft.com/office/drawing/2014/main" id="{530B03DA-2F18-4986-B568-EAAF4D155B92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10537" y="3840169"/>
            <a:ext cx="5562600" cy="352425"/>
          </a:xfrm>
          <a:prstGeom prst="rect">
            <a:avLst/>
          </a:prstGeom>
        </p:spPr>
      </p:pic>
      <p:pic>
        <p:nvPicPr>
          <p:cNvPr id="47" name="Resim 46">
            <a:extLst>
              <a:ext uri="{FF2B5EF4-FFF2-40B4-BE49-F238E27FC236}">
                <a16:creationId xmlns:a16="http://schemas.microsoft.com/office/drawing/2014/main" id="{B0F9254C-CC7A-42EB-9B6F-4FCB386C1B4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001129" y="3770085"/>
            <a:ext cx="866775" cy="342900"/>
          </a:xfrm>
          <a:prstGeom prst="rect">
            <a:avLst/>
          </a:prstGeom>
        </p:spPr>
      </p:pic>
      <p:pic>
        <p:nvPicPr>
          <p:cNvPr id="49" name="Resim 48">
            <a:extLst>
              <a:ext uri="{FF2B5EF4-FFF2-40B4-BE49-F238E27FC236}">
                <a16:creationId xmlns:a16="http://schemas.microsoft.com/office/drawing/2014/main" id="{42704231-91A5-41E9-BD5A-D5E812000434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881962" y="4205917"/>
            <a:ext cx="5695950" cy="323850"/>
          </a:xfrm>
          <a:prstGeom prst="rect">
            <a:avLst/>
          </a:prstGeom>
        </p:spPr>
      </p:pic>
      <p:pic>
        <p:nvPicPr>
          <p:cNvPr id="51" name="Resim 50">
            <a:extLst>
              <a:ext uri="{FF2B5EF4-FFF2-40B4-BE49-F238E27FC236}">
                <a16:creationId xmlns:a16="http://schemas.microsoft.com/office/drawing/2014/main" id="{C6539A7F-C2AA-4B8D-884F-B527A9F0F4D7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005892" y="4139242"/>
            <a:ext cx="942975" cy="342900"/>
          </a:xfrm>
          <a:prstGeom prst="rect">
            <a:avLst/>
          </a:prstGeom>
        </p:spPr>
      </p:pic>
      <p:pic>
        <p:nvPicPr>
          <p:cNvPr id="52" name="Resim 51">
            <a:extLst>
              <a:ext uri="{FF2B5EF4-FFF2-40B4-BE49-F238E27FC236}">
                <a16:creationId xmlns:a16="http://schemas.microsoft.com/office/drawing/2014/main" id="{6CA80B0E-4623-4895-BB85-DF57455211F7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668415" y="4660755"/>
            <a:ext cx="1954426" cy="252373"/>
          </a:xfrm>
          <a:prstGeom prst="rect">
            <a:avLst/>
          </a:prstGeom>
        </p:spPr>
      </p:pic>
      <p:pic>
        <p:nvPicPr>
          <p:cNvPr id="53" name="Resim 52">
            <a:extLst>
              <a:ext uri="{FF2B5EF4-FFF2-40B4-BE49-F238E27FC236}">
                <a16:creationId xmlns:a16="http://schemas.microsoft.com/office/drawing/2014/main" id="{1FC151D6-4867-4379-9E7D-7E3476260C15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267184" y="4602922"/>
            <a:ext cx="542925" cy="314325"/>
          </a:xfrm>
          <a:prstGeom prst="rect">
            <a:avLst/>
          </a:prstGeom>
        </p:spPr>
      </p:pic>
      <p:pic>
        <p:nvPicPr>
          <p:cNvPr id="55" name="Resim 54">
            <a:extLst>
              <a:ext uri="{FF2B5EF4-FFF2-40B4-BE49-F238E27FC236}">
                <a16:creationId xmlns:a16="http://schemas.microsoft.com/office/drawing/2014/main" id="{C4B4F868-C1CA-44E5-AA41-EE7E49F9269B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8444" y="4745028"/>
            <a:ext cx="2443094" cy="1973530"/>
          </a:xfrm>
          <a:prstGeom prst="rect">
            <a:avLst/>
          </a:prstGeom>
        </p:spPr>
      </p:pic>
      <p:pic>
        <p:nvPicPr>
          <p:cNvPr id="61" name="Resim 60">
            <a:extLst>
              <a:ext uri="{FF2B5EF4-FFF2-40B4-BE49-F238E27FC236}">
                <a16:creationId xmlns:a16="http://schemas.microsoft.com/office/drawing/2014/main" id="{4449F760-7706-40BD-B1F4-354320D85891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487479" y="5731793"/>
            <a:ext cx="2019300" cy="76200"/>
          </a:xfrm>
          <a:prstGeom prst="rect">
            <a:avLst/>
          </a:prstGeom>
        </p:spPr>
      </p:pic>
      <p:pic>
        <p:nvPicPr>
          <p:cNvPr id="63" name="Resim 62">
            <a:extLst>
              <a:ext uri="{FF2B5EF4-FFF2-40B4-BE49-F238E27FC236}">
                <a16:creationId xmlns:a16="http://schemas.microsoft.com/office/drawing/2014/main" id="{E0C99A86-E53D-4B0F-B458-828BD320B642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518576" y="5708824"/>
            <a:ext cx="228600" cy="152400"/>
          </a:xfrm>
          <a:prstGeom prst="rect">
            <a:avLst/>
          </a:prstGeom>
        </p:spPr>
      </p:pic>
      <p:pic>
        <p:nvPicPr>
          <p:cNvPr id="65" name="Resim 64">
            <a:extLst>
              <a:ext uri="{FF2B5EF4-FFF2-40B4-BE49-F238E27FC236}">
                <a16:creationId xmlns:a16="http://schemas.microsoft.com/office/drawing/2014/main" id="{BA8228E8-88E9-4108-9EA9-88FC672891F1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512728" y="4951889"/>
            <a:ext cx="914400" cy="781050"/>
          </a:xfrm>
          <a:prstGeom prst="rect">
            <a:avLst/>
          </a:prstGeom>
        </p:spPr>
      </p:pic>
      <p:pic>
        <p:nvPicPr>
          <p:cNvPr id="69" name="Resim 68">
            <a:extLst>
              <a:ext uri="{FF2B5EF4-FFF2-40B4-BE49-F238E27FC236}">
                <a16:creationId xmlns:a16="http://schemas.microsoft.com/office/drawing/2014/main" id="{0F6DCE91-181A-44FF-985E-2FDA9B0FC51D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750736" y="4728247"/>
            <a:ext cx="581939" cy="2105040"/>
          </a:xfrm>
          <a:prstGeom prst="rect">
            <a:avLst/>
          </a:prstGeom>
        </p:spPr>
      </p:pic>
      <p:pic>
        <p:nvPicPr>
          <p:cNvPr id="73" name="Resim 72">
            <a:extLst>
              <a:ext uri="{FF2B5EF4-FFF2-40B4-BE49-F238E27FC236}">
                <a16:creationId xmlns:a16="http://schemas.microsoft.com/office/drawing/2014/main" id="{3C8F2C05-EEEA-4A11-A4CE-A46D2D22694B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155102" y="5402978"/>
            <a:ext cx="2505075" cy="733425"/>
          </a:xfrm>
          <a:prstGeom prst="rect">
            <a:avLst/>
          </a:prstGeom>
        </p:spPr>
      </p:pic>
      <p:pic>
        <p:nvPicPr>
          <p:cNvPr id="75" name="Resim 74">
            <a:extLst>
              <a:ext uri="{FF2B5EF4-FFF2-40B4-BE49-F238E27FC236}">
                <a16:creationId xmlns:a16="http://schemas.microsoft.com/office/drawing/2014/main" id="{EEEB674C-5F4A-4DAA-8CB7-011F048DB768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64054" y="1337192"/>
            <a:ext cx="3263074" cy="775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997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11293B34-8BC5-4F91-ADB1-2712F582E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464" y="294631"/>
            <a:ext cx="7162800" cy="2924175"/>
          </a:xfrm>
          <a:prstGeom prst="rect">
            <a:avLst/>
          </a:prstGeom>
        </p:spPr>
      </p:pic>
      <p:pic>
        <p:nvPicPr>
          <p:cNvPr id="19" name="Resim 18">
            <a:extLst>
              <a:ext uri="{FF2B5EF4-FFF2-40B4-BE49-F238E27FC236}">
                <a16:creationId xmlns:a16="http://schemas.microsoft.com/office/drawing/2014/main" id="{6AFDED36-4043-435D-8B13-85718191A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68014"/>
            <a:ext cx="1809750" cy="295275"/>
          </a:xfrm>
          <a:prstGeom prst="rect">
            <a:avLst/>
          </a:prstGeom>
        </p:spPr>
      </p:pic>
      <p:pic>
        <p:nvPicPr>
          <p:cNvPr id="21" name="Resim 20">
            <a:extLst>
              <a:ext uri="{FF2B5EF4-FFF2-40B4-BE49-F238E27FC236}">
                <a16:creationId xmlns:a16="http://schemas.microsoft.com/office/drawing/2014/main" id="{B9FB765C-BA7A-49B7-86AE-6F9B6980EF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750" y="3558488"/>
            <a:ext cx="2019300" cy="314325"/>
          </a:xfrm>
          <a:prstGeom prst="rect">
            <a:avLst/>
          </a:prstGeom>
        </p:spPr>
      </p:pic>
      <p:pic>
        <p:nvPicPr>
          <p:cNvPr id="23" name="Resim 22">
            <a:extLst>
              <a:ext uri="{FF2B5EF4-FFF2-40B4-BE49-F238E27FC236}">
                <a16:creationId xmlns:a16="http://schemas.microsoft.com/office/drawing/2014/main" id="{0A0E164B-3865-4C5F-A55C-5963B00C90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2019" y="3592985"/>
            <a:ext cx="2009775" cy="323850"/>
          </a:xfrm>
          <a:prstGeom prst="rect">
            <a:avLst/>
          </a:prstGeom>
        </p:spPr>
      </p:pic>
      <p:pic>
        <p:nvPicPr>
          <p:cNvPr id="25" name="Resim 24">
            <a:extLst>
              <a:ext uri="{FF2B5EF4-FFF2-40B4-BE49-F238E27FC236}">
                <a16:creationId xmlns:a16="http://schemas.microsoft.com/office/drawing/2014/main" id="{ABD9600B-C3DC-4D85-91E7-E6A6DC9AD7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0363" y="3640609"/>
            <a:ext cx="1619250" cy="323850"/>
          </a:xfrm>
          <a:prstGeom prst="rect">
            <a:avLst/>
          </a:prstGeom>
        </p:spPr>
      </p:pic>
      <p:pic>
        <p:nvPicPr>
          <p:cNvPr id="27" name="Resim 26">
            <a:extLst>
              <a:ext uri="{FF2B5EF4-FFF2-40B4-BE49-F238E27FC236}">
                <a16:creationId xmlns:a16="http://schemas.microsoft.com/office/drawing/2014/main" id="{4016CAEE-62AE-462C-963F-DB6C1C4A97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49613" y="3639195"/>
            <a:ext cx="1514475" cy="323850"/>
          </a:xfrm>
          <a:prstGeom prst="rect">
            <a:avLst/>
          </a:prstGeom>
        </p:spPr>
      </p:pic>
      <p:pic>
        <p:nvPicPr>
          <p:cNvPr id="29" name="Resim 28">
            <a:extLst>
              <a:ext uri="{FF2B5EF4-FFF2-40B4-BE49-F238E27FC236}">
                <a16:creationId xmlns:a16="http://schemas.microsoft.com/office/drawing/2014/main" id="{AE9AF7D9-C972-4F49-BF7D-FD85A132B6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64088" y="3648720"/>
            <a:ext cx="1400175" cy="314325"/>
          </a:xfrm>
          <a:prstGeom prst="rect">
            <a:avLst/>
          </a:prstGeom>
        </p:spPr>
      </p:pic>
      <p:pic>
        <p:nvPicPr>
          <p:cNvPr id="31" name="Resim 30">
            <a:extLst>
              <a:ext uri="{FF2B5EF4-FFF2-40B4-BE49-F238E27FC236}">
                <a16:creationId xmlns:a16="http://schemas.microsoft.com/office/drawing/2014/main" id="{910327FD-30F8-44D5-A92A-B702BE09DF9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1319" y="3618857"/>
            <a:ext cx="1857375" cy="314325"/>
          </a:xfrm>
          <a:prstGeom prst="rect">
            <a:avLst/>
          </a:prstGeom>
        </p:spPr>
      </p:pic>
      <p:sp>
        <p:nvSpPr>
          <p:cNvPr id="32" name="Metin kutusu 31">
            <a:extLst>
              <a:ext uri="{FF2B5EF4-FFF2-40B4-BE49-F238E27FC236}">
                <a16:creationId xmlns:a16="http://schemas.microsoft.com/office/drawing/2014/main" id="{AC69D2E6-8136-4CFF-9C92-AB8E828C3320}"/>
              </a:ext>
            </a:extLst>
          </p:cNvPr>
          <p:cNvSpPr txBox="1"/>
          <p:nvPr/>
        </p:nvSpPr>
        <p:spPr>
          <a:xfrm>
            <a:off x="0" y="3145134"/>
            <a:ext cx="2026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W=</a:t>
            </a:r>
            <a:r>
              <a:rPr lang="tr-TR" dirty="0" err="1">
                <a:solidFill>
                  <a:srgbClr val="FF0000"/>
                </a:solidFill>
              </a:rPr>
              <a:t>abcba</a:t>
            </a:r>
            <a:r>
              <a:rPr lang="tr-TR" dirty="0">
                <a:solidFill>
                  <a:srgbClr val="FF0000"/>
                </a:solidFill>
              </a:rPr>
              <a:t>  ?</a:t>
            </a:r>
          </a:p>
        </p:txBody>
      </p:sp>
      <p:sp>
        <p:nvSpPr>
          <p:cNvPr id="33" name="Metin kutusu 32">
            <a:extLst>
              <a:ext uri="{FF2B5EF4-FFF2-40B4-BE49-F238E27FC236}">
                <a16:creationId xmlns:a16="http://schemas.microsoft.com/office/drawing/2014/main" id="{950857FB-8732-4D00-84F7-AEFD28F294AD}"/>
              </a:ext>
            </a:extLst>
          </p:cNvPr>
          <p:cNvSpPr txBox="1"/>
          <p:nvPr/>
        </p:nvSpPr>
        <p:spPr>
          <a:xfrm>
            <a:off x="240956" y="4479407"/>
            <a:ext cx="2026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W=</a:t>
            </a:r>
            <a:r>
              <a:rPr lang="tr-TR" dirty="0" err="1">
                <a:solidFill>
                  <a:srgbClr val="FF0000"/>
                </a:solidFill>
              </a:rPr>
              <a:t>acab</a:t>
            </a:r>
            <a:r>
              <a:rPr lang="tr-TR" dirty="0">
                <a:solidFill>
                  <a:srgbClr val="FF0000"/>
                </a:solidFill>
              </a:rPr>
              <a:t>  ?</a:t>
            </a:r>
          </a:p>
        </p:txBody>
      </p:sp>
      <p:pic>
        <p:nvPicPr>
          <p:cNvPr id="35" name="Resim 34">
            <a:extLst>
              <a:ext uri="{FF2B5EF4-FFF2-40B4-BE49-F238E27FC236}">
                <a16:creationId xmlns:a16="http://schemas.microsoft.com/office/drawing/2014/main" id="{ED081F36-BE80-4880-8F5B-EF3B53A4AFA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3350" y="4848739"/>
            <a:ext cx="1676400" cy="323850"/>
          </a:xfrm>
          <a:prstGeom prst="rect">
            <a:avLst/>
          </a:prstGeom>
        </p:spPr>
      </p:pic>
      <p:pic>
        <p:nvPicPr>
          <p:cNvPr id="37" name="Resim 36">
            <a:extLst>
              <a:ext uri="{FF2B5EF4-FFF2-40B4-BE49-F238E27FC236}">
                <a16:creationId xmlns:a16="http://schemas.microsoft.com/office/drawing/2014/main" id="{0A597702-7247-41D9-A479-7088C1D9F06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05631" y="4848739"/>
            <a:ext cx="1962150" cy="333375"/>
          </a:xfrm>
          <a:prstGeom prst="rect">
            <a:avLst/>
          </a:prstGeom>
        </p:spPr>
      </p:pic>
      <p:pic>
        <p:nvPicPr>
          <p:cNvPr id="39" name="Resim 38">
            <a:extLst>
              <a:ext uri="{FF2B5EF4-FFF2-40B4-BE49-F238E27FC236}">
                <a16:creationId xmlns:a16="http://schemas.microsoft.com/office/drawing/2014/main" id="{EC7E52FD-E221-4482-803B-A976E57D2A1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67780" y="4875898"/>
            <a:ext cx="1828800" cy="314325"/>
          </a:xfrm>
          <a:prstGeom prst="rect">
            <a:avLst/>
          </a:prstGeom>
        </p:spPr>
      </p:pic>
      <p:pic>
        <p:nvPicPr>
          <p:cNvPr id="41" name="Resim 40">
            <a:extLst>
              <a:ext uri="{FF2B5EF4-FFF2-40B4-BE49-F238E27FC236}">
                <a16:creationId xmlns:a16="http://schemas.microsoft.com/office/drawing/2014/main" id="{83318091-A019-44D9-A375-E3F6AF76823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96580" y="4886839"/>
            <a:ext cx="1524000" cy="295275"/>
          </a:xfrm>
          <a:prstGeom prst="rect">
            <a:avLst/>
          </a:prstGeom>
        </p:spPr>
      </p:pic>
      <p:pic>
        <p:nvPicPr>
          <p:cNvPr id="43" name="Resim 42">
            <a:extLst>
              <a:ext uri="{FF2B5EF4-FFF2-40B4-BE49-F238E27FC236}">
                <a16:creationId xmlns:a16="http://schemas.microsoft.com/office/drawing/2014/main" id="{80EC4CF6-C746-4450-A48E-DDC67EEC7AE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20580" y="4886839"/>
            <a:ext cx="1533525" cy="323850"/>
          </a:xfrm>
          <a:prstGeom prst="rect">
            <a:avLst/>
          </a:prstGeom>
        </p:spPr>
      </p:pic>
      <p:pic>
        <p:nvPicPr>
          <p:cNvPr id="47" name="Resim 46">
            <a:extLst>
              <a:ext uri="{FF2B5EF4-FFF2-40B4-BE49-F238E27FC236}">
                <a16:creationId xmlns:a16="http://schemas.microsoft.com/office/drawing/2014/main" id="{43BD447D-C062-464E-BCE2-549055CDA7D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96422" y="5514718"/>
            <a:ext cx="1809750" cy="342900"/>
          </a:xfrm>
          <a:prstGeom prst="rect">
            <a:avLst/>
          </a:prstGeom>
        </p:spPr>
      </p:pic>
      <p:pic>
        <p:nvPicPr>
          <p:cNvPr id="49" name="Resim 48">
            <a:extLst>
              <a:ext uri="{FF2B5EF4-FFF2-40B4-BE49-F238E27FC236}">
                <a16:creationId xmlns:a16="http://schemas.microsoft.com/office/drawing/2014/main" id="{DFFB00ED-BA9B-49F1-BE99-B8158414403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06172" y="5514784"/>
            <a:ext cx="1838325" cy="323850"/>
          </a:xfrm>
          <a:prstGeom prst="rect">
            <a:avLst/>
          </a:prstGeom>
        </p:spPr>
      </p:pic>
      <p:pic>
        <p:nvPicPr>
          <p:cNvPr id="51" name="Resim 50">
            <a:extLst>
              <a:ext uri="{FF2B5EF4-FFF2-40B4-BE49-F238E27FC236}">
                <a16:creationId xmlns:a16="http://schemas.microsoft.com/office/drawing/2014/main" id="{DAA5C7D6-8148-46FA-B629-A923526BD32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44497" y="5514718"/>
            <a:ext cx="1933575" cy="314325"/>
          </a:xfrm>
          <a:prstGeom prst="rect">
            <a:avLst/>
          </a:prstGeom>
        </p:spPr>
      </p:pic>
      <p:sp>
        <p:nvSpPr>
          <p:cNvPr id="52" name="Metin kutusu 51">
            <a:extLst>
              <a:ext uri="{FF2B5EF4-FFF2-40B4-BE49-F238E27FC236}">
                <a16:creationId xmlns:a16="http://schemas.microsoft.com/office/drawing/2014/main" id="{6DA8CA4B-AAFE-4FE5-886D-0664A8898DC3}"/>
              </a:ext>
            </a:extLst>
          </p:cNvPr>
          <p:cNvSpPr txBox="1"/>
          <p:nvPr/>
        </p:nvSpPr>
        <p:spPr>
          <a:xfrm>
            <a:off x="9621795" y="4186624"/>
            <a:ext cx="980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>
                <a:solidFill>
                  <a:srgbClr val="00B050"/>
                </a:solidFill>
              </a:rPr>
              <a:t>KABUL</a:t>
            </a:r>
          </a:p>
        </p:txBody>
      </p:sp>
      <p:sp>
        <p:nvSpPr>
          <p:cNvPr id="53" name="Metin kutusu 52">
            <a:extLst>
              <a:ext uri="{FF2B5EF4-FFF2-40B4-BE49-F238E27FC236}">
                <a16:creationId xmlns:a16="http://schemas.microsoft.com/office/drawing/2014/main" id="{2266A877-9F20-4DBB-9044-AEDE89831D13}"/>
              </a:ext>
            </a:extLst>
          </p:cNvPr>
          <p:cNvSpPr txBox="1"/>
          <p:nvPr/>
        </p:nvSpPr>
        <p:spPr>
          <a:xfrm>
            <a:off x="9430264" y="4864098"/>
            <a:ext cx="980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>
                <a:solidFill>
                  <a:srgbClr val="FF0000"/>
                </a:solidFill>
              </a:rPr>
              <a:t>RET</a:t>
            </a:r>
          </a:p>
        </p:txBody>
      </p:sp>
      <p:sp>
        <p:nvSpPr>
          <p:cNvPr id="24" name="Metin kutusu 23">
            <a:extLst>
              <a:ext uri="{FF2B5EF4-FFF2-40B4-BE49-F238E27FC236}">
                <a16:creationId xmlns:a16="http://schemas.microsoft.com/office/drawing/2014/main" id="{4F4511D2-954D-4BE5-AFF3-22DAE22367C5}"/>
              </a:ext>
            </a:extLst>
          </p:cNvPr>
          <p:cNvSpPr txBox="1"/>
          <p:nvPr/>
        </p:nvSpPr>
        <p:spPr>
          <a:xfrm>
            <a:off x="382864" y="5469302"/>
            <a:ext cx="1158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W=</a:t>
            </a:r>
            <a:r>
              <a:rPr lang="tr-TR" dirty="0" err="1">
                <a:solidFill>
                  <a:srgbClr val="FF0000"/>
                </a:solidFill>
              </a:rPr>
              <a:t>abc</a:t>
            </a:r>
            <a:r>
              <a:rPr lang="tr-TR" dirty="0">
                <a:solidFill>
                  <a:srgbClr val="FF0000"/>
                </a:solidFill>
              </a:rPr>
              <a:t>  ?</a:t>
            </a:r>
          </a:p>
        </p:txBody>
      </p:sp>
      <p:sp>
        <p:nvSpPr>
          <p:cNvPr id="26" name="Metin kutusu 25">
            <a:extLst>
              <a:ext uri="{FF2B5EF4-FFF2-40B4-BE49-F238E27FC236}">
                <a16:creationId xmlns:a16="http://schemas.microsoft.com/office/drawing/2014/main" id="{DF52C8F9-EE72-493C-AC1F-EAF155CA4FE9}"/>
              </a:ext>
            </a:extLst>
          </p:cNvPr>
          <p:cNvSpPr txBox="1"/>
          <p:nvPr/>
        </p:nvSpPr>
        <p:spPr>
          <a:xfrm>
            <a:off x="9354065" y="5487214"/>
            <a:ext cx="980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>
                <a:solidFill>
                  <a:srgbClr val="FF0000"/>
                </a:solidFill>
              </a:rPr>
              <a:t>RET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1AC96460-7CE2-4290-AB2F-4815C50B63C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17975" y="5523171"/>
            <a:ext cx="1533525" cy="33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935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52" grpId="0"/>
      <p:bldP spid="53" grpId="0"/>
      <p:bldP spid="24" grpId="0"/>
      <p:bldP spid="2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37548B20-85C8-4E57-8779-E6BA25665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483" y="1264251"/>
            <a:ext cx="9982200" cy="542925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5B267A6B-EC49-47CD-8730-8EFBCC4C9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801" y="1807176"/>
            <a:ext cx="5600700" cy="333375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3326D593-3016-4A23-8C71-F81F7E623A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8083" y="1837810"/>
            <a:ext cx="2133600" cy="304800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6BD439D9-395F-4598-AB4B-D56E101398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9801" y="2073876"/>
            <a:ext cx="5495925" cy="314325"/>
          </a:xfrm>
          <a:prstGeom prst="rect">
            <a:avLst/>
          </a:prstGeom>
        </p:spPr>
      </p:pic>
      <p:pic>
        <p:nvPicPr>
          <p:cNvPr id="13" name="Resim 12">
            <a:extLst>
              <a:ext uri="{FF2B5EF4-FFF2-40B4-BE49-F238E27FC236}">
                <a16:creationId xmlns:a16="http://schemas.microsoft.com/office/drawing/2014/main" id="{AC5B9EE5-EDEC-428A-B4D6-DC69E64296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8083" y="2140551"/>
            <a:ext cx="1857375" cy="314325"/>
          </a:xfrm>
          <a:prstGeom prst="rect">
            <a:avLst/>
          </a:prstGeom>
        </p:spPr>
      </p:pic>
      <p:pic>
        <p:nvPicPr>
          <p:cNvPr id="15" name="Resim 14">
            <a:extLst>
              <a:ext uri="{FF2B5EF4-FFF2-40B4-BE49-F238E27FC236}">
                <a16:creationId xmlns:a16="http://schemas.microsoft.com/office/drawing/2014/main" id="{0165E1D2-5E6C-4C9D-9552-6A59570709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9801" y="2350101"/>
            <a:ext cx="5534025" cy="333375"/>
          </a:xfrm>
          <a:prstGeom prst="rect">
            <a:avLst/>
          </a:prstGeom>
        </p:spPr>
      </p:pic>
      <p:pic>
        <p:nvPicPr>
          <p:cNvPr id="17" name="Resim 16">
            <a:extLst>
              <a:ext uri="{FF2B5EF4-FFF2-40B4-BE49-F238E27FC236}">
                <a16:creationId xmlns:a16="http://schemas.microsoft.com/office/drawing/2014/main" id="{5C2E6CBF-2D96-4FC3-93AA-7277C14050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6183" y="2386399"/>
            <a:ext cx="1819275" cy="323850"/>
          </a:xfrm>
          <a:prstGeom prst="rect">
            <a:avLst/>
          </a:prstGeom>
        </p:spPr>
      </p:pic>
      <p:pic>
        <p:nvPicPr>
          <p:cNvPr id="19" name="Resim 18">
            <a:extLst>
              <a:ext uri="{FF2B5EF4-FFF2-40B4-BE49-F238E27FC236}">
                <a16:creationId xmlns:a16="http://schemas.microsoft.com/office/drawing/2014/main" id="{5676A217-1EC8-4FE9-9CBC-75DFF26EE1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90276" y="2654901"/>
            <a:ext cx="5581650" cy="323850"/>
          </a:xfrm>
          <a:prstGeom prst="rect">
            <a:avLst/>
          </a:prstGeom>
        </p:spPr>
      </p:pic>
      <p:pic>
        <p:nvPicPr>
          <p:cNvPr id="21" name="Resim 20">
            <a:extLst>
              <a:ext uri="{FF2B5EF4-FFF2-40B4-BE49-F238E27FC236}">
                <a16:creationId xmlns:a16="http://schemas.microsoft.com/office/drawing/2014/main" id="{6A7870AE-1FEB-4162-A23D-60135A04ACA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39033" y="2717200"/>
            <a:ext cx="2152650" cy="342900"/>
          </a:xfrm>
          <a:prstGeom prst="rect">
            <a:avLst/>
          </a:prstGeom>
        </p:spPr>
      </p:pic>
      <p:pic>
        <p:nvPicPr>
          <p:cNvPr id="23" name="Resim 22">
            <a:extLst>
              <a:ext uri="{FF2B5EF4-FFF2-40B4-BE49-F238E27FC236}">
                <a16:creationId xmlns:a16="http://schemas.microsoft.com/office/drawing/2014/main" id="{97A3F72E-3B5D-4046-AF13-177E58BA3DD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56809" y="3031011"/>
            <a:ext cx="5553075" cy="314325"/>
          </a:xfrm>
          <a:prstGeom prst="rect">
            <a:avLst/>
          </a:prstGeom>
        </p:spPr>
      </p:pic>
      <p:pic>
        <p:nvPicPr>
          <p:cNvPr id="25" name="Resim 24">
            <a:extLst>
              <a:ext uri="{FF2B5EF4-FFF2-40B4-BE49-F238E27FC236}">
                <a16:creationId xmlns:a16="http://schemas.microsoft.com/office/drawing/2014/main" id="{D9432E35-A763-4799-AE8B-16EAEB5E35F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58083" y="3060100"/>
            <a:ext cx="1828800" cy="342900"/>
          </a:xfrm>
          <a:prstGeom prst="rect">
            <a:avLst/>
          </a:prstGeom>
        </p:spPr>
      </p:pic>
      <p:pic>
        <p:nvPicPr>
          <p:cNvPr id="27" name="Resim 26">
            <a:extLst>
              <a:ext uri="{FF2B5EF4-FFF2-40B4-BE49-F238E27FC236}">
                <a16:creationId xmlns:a16="http://schemas.microsoft.com/office/drawing/2014/main" id="{D6739FC6-144F-4B5F-8ED6-79FF6094A83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45741" y="3401203"/>
            <a:ext cx="5524500" cy="314325"/>
          </a:xfrm>
          <a:prstGeom prst="rect">
            <a:avLst/>
          </a:prstGeom>
        </p:spPr>
      </p:pic>
      <p:pic>
        <p:nvPicPr>
          <p:cNvPr id="29" name="Resim 28">
            <a:extLst>
              <a:ext uri="{FF2B5EF4-FFF2-40B4-BE49-F238E27FC236}">
                <a16:creationId xmlns:a16="http://schemas.microsoft.com/office/drawing/2014/main" id="{DE0EEDFD-577D-4104-96B3-B70B79A63F3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39033" y="3352031"/>
            <a:ext cx="1847850" cy="333375"/>
          </a:xfrm>
          <a:prstGeom prst="rect">
            <a:avLst/>
          </a:prstGeom>
        </p:spPr>
      </p:pic>
      <p:pic>
        <p:nvPicPr>
          <p:cNvPr id="31" name="Resim 30">
            <a:extLst>
              <a:ext uri="{FF2B5EF4-FFF2-40B4-BE49-F238E27FC236}">
                <a16:creationId xmlns:a16="http://schemas.microsoft.com/office/drawing/2014/main" id="{3D69B650-8803-4D5A-A362-EA6A106AE22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45741" y="3782980"/>
            <a:ext cx="5629275" cy="314325"/>
          </a:xfrm>
          <a:prstGeom prst="rect">
            <a:avLst/>
          </a:prstGeom>
        </p:spPr>
      </p:pic>
      <p:pic>
        <p:nvPicPr>
          <p:cNvPr id="33" name="Resim 32">
            <a:extLst>
              <a:ext uri="{FF2B5EF4-FFF2-40B4-BE49-F238E27FC236}">
                <a16:creationId xmlns:a16="http://schemas.microsoft.com/office/drawing/2014/main" id="{B9C7BDBC-8A19-470C-AEB9-0A4F8F46926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96183" y="3719009"/>
            <a:ext cx="942975" cy="333375"/>
          </a:xfrm>
          <a:prstGeom prst="rect">
            <a:avLst/>
          </a:prstGeom>
        </p:spPr>
      </p:pic>
      <p:pic>
        <p:nvPicPr>
          <p:cNvPr id="35" name="Resim 34">
            <a:extLst>
              <a:ext uri="{FF2B5EF4-FFF2-40B4-BE49-F238E27FC236}">
                <a16:creationId xmlns:a16="http://schemas.microsoft.com/office/drawing/2014/main" id="{C0E31856-0046-4AC1-88C3-479B500A388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45741" y="4164757"/>
            <a:ext cx="5514975" cy="352425"/>
          </a:xfrm>
          <a:prstGeom prst="rect">
            <a:avLst/>
          </a:prstGeom>
        </p:spPr>
      </p:pic>
      <p:pic>
        <p:nvPicPr>
          <p:cNvPr id="37" name="Resim 36">
            <a:extLst>
              <a:ext uri="{FF2B5EF4-FFF2-40B4-BE49-F238E27FC236}">
                <a16:creationId xmlns:a16="http://schemas.microsoft.com/office/drawing/2014/main" id="{B84FDFE3-D3AA-49DD-89CC-1EA88803169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39033" y="4072859"/>
            <a:ext cx="800100" cy="304800"/>
          </a:xfrm>
          <a:prstGeom prst="rect">
            <a:avLst/>
          </a:prstGeom>
        </p:spPr>
      </p:pic>
      <p:pic>
        <p:nvPicPr>
          <p:cNvPr id="39" name="Resim 38">
            <a:extLst>
              <a:ext uri="{FF2B5EF4-FFF2-40B4-BE49-F238E27FC236}">
                <a16:creationId xmlns:a16="http://schemas.microsoft.com/office/drawing/2014/main" id="{724ADB56-4745-4033-9707-B8C57C25886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45740" y="4569171"/>
            <a:ext cx="5514975" cy="352425"/>
          </a:xfrm>
          <a:prstGeom prst="rect">
            <a:avLst/>
          </a:prstGeom>
        </p:spPr>
      </p:pic>
      <p:pic>
        <p:nvPicPr>
          <p:cNvPr id="41" name="Resim 40">
            <a:extLst>
              <a:ext uri="{FF2B5EF4-FFF2-40B4-BE49-F238E27FC236}">
                <a16:creationId xmlns:a16="http://schemas.microsoft.com/office/drawing/2014/main" id="{E572711A-C021-404D-92B7-574965A836CA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596183" y="4439837"/>
            <a:ext cx="809625" cy="333375"/>
          </a:xfrm>
          <a:prstGeom prst="rect">
            <a:avLst/>
          </a:prstGeom>
        </p:spPr>
      </p:pic>
      <p:pic>
        <p:nvPicPr>
          <p:cNvPr id="43" name="Resim 42">
            <a:extLst>
              <a:ext uri="{FF2B5EF4-FFF2-40B4-BE49-F238E27FC236}">
                <a16:creationId xmlns:a16="http://schemas.microsoft.com/office/drawing/2014/main" id="{962EAB5E-7F19-4D2E-BCBA-D7EDC6B4DA1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17165" y="4901534"/>
            <a:ext cx="5543550" cy="342900"/>
          </a:xfrm>
          <a:prstGeom prst="rect">
            <a:avLst/>
          </a:prstGeom>
        </p:spPr>
      </p:pic>
      <p:pic>
        <p:nvPicPr>
          <p:cNvPr id="45" name="Resim 44">
            <a:extLst>
              <a:ext uri="{FF2B5EF4-FFF2-40B4-BE49-F238E27FC236}">
                <a16:creationId xmlns:a16="http://schemas.microsoft.com/office/drawing/2014/main" id="{AA975037-4205-42A0-AA00-B919C6647113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596183" y="4838236"/>
            <a:ext cx="847725" cy="333375"/>
          </a:xfrm>
          <a:prstGeom prst="rect">
            <a:avLst/>
          </a:prstGeom>
        </p:spPr>
      </p:pic>
      <p:pic>
        <p:nvPicPr>
          <p:cNvPr id="47" name="Resim 46">
            <a:extLst>
              <a:ext uri="{FF2B5EF4-FFF2-40B4-BE49-F238E27FC236}">
                <a16:creationId xmlns:a16="http://schemas.microsoft.com/office/drawing/2014/main" id="{28A12CD0-E93E-4794-A00C-AD32912C1D1C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45740" y="5352052"/>
            <a:ext cx="5562600" cy="276225"/>
          </a:xfrm>
          <a:prstGeom prst="rect">
            <a:avLst/>
          </a:prstGeom>
        </p:spPr>
      </p:pic>
      <p:pic>
        <p:nvPicPr>
          <p:cNvPr id="49" name="Resim 48">
            <a:extLst>
              <a:ext uri="{FF2B5EF4-FFF2-40B4-BE49-F238E27FC236}">
                <a16:creationId xmlns:a16="http://schemas.microsoft.com/office/drawing/2014/main" id="{962A9541-8EE5-44C9-8105-2E687542B5A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558083" y="5288949"/>
            <a:ext cx="857250" cy="304800"/>
          </a:xfrm>
          <a:prstGeom prst="rect">
            <a:avLst/>
          </a:prstGeom>
        </p:spPr>
      </p:pic>
      <p:pic>
        <p:nvPicPr>
          <p:cNvPr id="53" name="Resim 52">
            <a:extLst>
              <a:ext uri="{FF2B5EF4-FFF2-40B4-BE49-F238E27FC236}">
                <a16:creationId xmlns:a16="http://schemas.microsoft.com/office/drawing/2014/main" id="{BB31C883-E796-4B9B-89A2-EBE2AF7B4992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431453" y="5754280"/>
            <a:ext cx="5657850" cy="361950"/>
          </a:xfrm>
          <a:prstGeom prst="rect">
            <a:avLst/>
          </a:prstGeom>
        </p:spPr>
      </p:pic>
      <p:pic>
        <p:nvPicPr>
          <p:cNvPr id="55" name="Resim 54">
            <a:extLst>
              <a:ext uri="{FF2B5EF4-FFF2-40B4-BE49-F238E27FC236}">
                <a16:creationId xmlns:a16="http://schemas.microsoft.com/office/drawing/2014/main" id="{A85C8FDE-DCEF-4628-9BA2-84ADEADA7188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558083" y="5735819"/>
            <a:ext cx="933450" cy="352425"/>
          </a:xfrm>
          <a:prstGeom prst="rect">
            <a:avLst/>
          </a:prstGeom>
        </p:spPr>
      </p:pic>
      <p:pic>
        <p:nvPicPr>
          <p:cNvPr id="56" name="Resim 55">
            <a:extLst>
              <a:ext uri="{FF2B5EF4-FFF2-40B4-BE49-F238E27FC236}">
                <a16:creationId xmlns:a16="http://schemas.microsoft.com/office/drawing/2014/main" id="{C6FAB3B5-4891-42F4-A141-7A54FC10E2CD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081734" y="6300171"/>
            <a:ext cx="1954426" cy="292309"/>
          </a:xfrm>
          <a:prstGeom prst="rect">
            <a:avLst/>
          </a:prstGeom>
        </p:spPr>
      </p:pic>
      <p:pic>
        <p:nvPicPr>
          <p:cNvPr id="57" name="Resim 56">
            <a:extLst>
              <a:ext uri="{FF2B5EF4-FFF2-40B4-BE49-F238E27FC236}">
                <a16:creationId xmlns:a16="http://schemas.microsoft.com/office/drawing/2014/main" id="{6FA68FD1-9330-4B96-9353-A3E393F5F7F2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680503" y="6242338"/>
            <a:ext cx="542925" cy="314325"/>
          </a:xfrm>
          <a:prstGeom prst="rect">
            <a:avLst/>
          </a:prstGeom>
        </p:spPr>
      </p:pic>
      <p:sp>
        <p:nvSpPr>
          <p:cNvPr id="59" name="Metin kutusu 58">
            <a:extLst>
              <a:ext uri="{FF2B5EF4-FFF2-40B4-BE49-F238E27FC236}">
                <a16:creationId xmlns:a16="http://schemas.microsoft.com/office/drawing/2014/main" id="{8745504F-2C1F-4F2F-A71F-6562AAEF4B63}"/>
              </a:ext>
            </a:extLst>
          </p:cNvPr>
          <p:cNvSpPr txBox="1"/>
          <p:nvPr/>
        </p:nvSpPr>
        <p:spPr>
          <a:xfrm>
            <a:off x="7345219" y="177799"/>
            <a:ext cx="806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b="1" dirty="0" err="1">
                <a:solidFill>
                  <a:srgbClr val="FF0000"/>
                </a:solidFill>
              </a:rPr>
              <a:t>abbba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61" name="Metin kutusu 60">
            <a:extLst>
              <a:ext uri="{FF2B5EF4-FFF2-40B4-BE49-F238E27FC236}">
                <a16:creationId xmlns:a16="http://schemas.microsoft.com/office/drawing/2014/main" id="{27718659-FF16-4105-AA33-178068BCB54E}"/>
              </a:ext>
            </a:extLst>
          </p:cNvPr>
          <p:cNvSpPr txBox="1"/>
          <p:nvPr/>
        </p:nvSpPr>
        <p:spPr>
          <a:xfrm>
            <a:off x="8262164" y="169561"/>
            <a:ext cx="7578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b="1" dirty="0" err="1">
                <a:solidFill>
                  <a:srgbClr val="FF0000"/>
                </a:solidFill>
              </a:rPr>
              <a:t>abba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62" name="Metin kutusu 61">
            <a:extLst>
              <a:ext uri="{FF2B5EF4-FFF2-40B4-BE49-F238E27FC236}">
                <a16:creationId xmlns:a16="http://schemas.microsoft.com/office/drawing/2014/main" id="{AE6F2F19-DF86-4BE7-9ADE-099507181EFC}"/>
              </a:ext>
            </a:extLst>
          </p:cNvPr>
          <p:cNvSpPr txBox="1"/>
          <p:nvPr/>
        </p:nvSpPr>
        <p:spPr>
          <a:xfrm>
            <a:off x="9163756" y="169561"/>
            <a:ext cx="38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r-TR"/>
            </a:defPPr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tr-TR" dirty="0"/>
              <a:t>a</a:t>
            </a:r>
          </a:p>
        </p:txBody>
      </p:sp>
      <p:sp>
        <p:nvSpPr>
          <p:cNvPr id="63" name="Metin kutusu 62">
            <a:extLst>
              <a:ext uri="{FF2B5EF4-FFF2-40B4-BE49-F238E27FC236}">
                <a16:creationId xmlns:a16="http://schemas.microsoft.com/office/drawing/2014/main" id="{B0D7FF06-4BB6-4002-AA2C-CA42CD34DA53}"/>
              </a:ext>
            </a:extLst>
          </p:cNvPr>
          <p:cNvSpPr txBox="1"/>
          <p:nvPr/>
        </p:nvSpPr>
        <p:spPr>
          <a:xfrm>
            <a:off x="10826323" y="176512"/>
            <a:ext cx="38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b="1" dirty="0">
                <a:solidFill>
                  <a:srgbClr val="FF0000"/>
                </a:solidFill>
              </a:rPr>
              <a:t>b</a:t>
            </a:r>
          </a:p>
        </p:txBody>
      </p:sp>
      <p:pic>
        <p:nvPicPr>
          <p:cNvPr id="65" name="Resim 64">
            <a:extLst>
              <a:ext uri="{FF2B5EF4-FFF2-40B4-BE49-F238E27FC236}">
                <a16:creationId xmlns:a16="http://schemas.microsoft.com/office/drawing/2014/main" id="{ABEBFD16-DC74-4EEA-B9FA-1DDA2F3F2EC7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18001" y="174728"/>
            <a:ext cx="5133975" cy="857250"/>
          </a:xfrm>
          <a:prstGeom prst="rect">
            <a:avLst/>
          </a:prstGeom>
        </p:spPr>
      </p:pic>
      <p:sp>
        <p:nvSpPr>
          <p:cNvPr id="66" name="Metin kutusu 65">
            <a:extLst>
              <a:ext uri="{FF2B5EF4-FFF2-40B4-BE49-F238E27FC236}">
                <a16:creationId xmlns:a16="http://schemas.microsoft.com/office/drawing/2014/main" id="{F32A322A-419E-4B79-B104-62EA54D3E7A2}"/>
              </a:ext>
            </a:extLst>
          </p:cNvPr>
          <p:cNvSpPr txBox="1"/>
          <p:nvPr/>
        </p:nvSpPr>
        <p:spPr>
          <a:xfrm>
            <a:off x="6754960" y="186586"/>
            <a:ext cx="38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ꓥ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67" name="Metin kutusu 66">
            <a:extLst>
              <a:ext uri="{FF2B5EF4-FFF2-40B4-BE49-F238E27FC236}">
                <a16:creationId xmlns:a16="http://schemas.microsoft.com/office/drawing/2014/main" id="{D9A188ED-A5C1-46FF-A307-0E71EDC54D66}"/>
              </a:ext>
            </a:extLst>
          </p:cNvPr>
          <p:cNvSpPr txBox="1"/>
          <p:nvPr/>
        </p:nvSpPr>
        <p:spPr>
          <a:xfrm>
            <a:off x="9549134" y="4986945"/>
            <a:ext cx="2578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b="1" dirty="0">
                <a:solidFill>
                  <a:srgbClr val="FF0000"/>
                </a:solidFill>
              </a:rPr>
              <a:t>NONDETERMİNİSTK PDA</a:t>
            </a:r>
          </a:p>
        </p:txBody>
      </p:sp>
      <p:sp>
        <p:nvSpPr>
          <p:cNvPr id="36" name="Metin kutusu 35">
            <a:extLst>
              <a:ext uri="{FF2B5EF4-FFF2-40B4-BE49-F238E27FC236}">
                <a16:creationId xmlns:a16="http://schemas.microsoft.com/office/drawing/2014/main" id="{1A95FADC-CC59-4F33-BFC5-D947B0D1C503}"/>
              </a:ext>
            </a:extLst>
          </p:cNvPr>
          <p:cNvSpPr txBox="1"/>
          <p:nvPr/>
        </p:nvSpPr>
        <p:spPr>
          <a:xfrm>
            <a:off x="9661406" y="169561"/>
            <a:ext cx="6358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r-TR"/>
            </a:defPPr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tr-TR" dirty="0"/>
              <a:t>aba</a:t>
            </a:r>
          </a:p>
        </p:txBody>
      </p:sp>
    </p:spTree>
    <p:extLst>
      <p:ext uri="{BB962C8B-B14F-4D97-AF65-F5344CB8AC3E}">
        <p14:creationId xmlns:p14="http://schemas.microsoft.com/office/powerpoint/2010/main" val="1219530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3C092049-EE37-4771-8C35-23C64C4E8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228" y="110537"/>
            <a:ext cx="3629540" cy="3193735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0424D4F1-754D-4876-B5D7-233BA8864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293" y="-16577"/>
            <a:ext cx="1770957" cy="337880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306C91A9-BBFB-4909-B610-8E965D24A4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293" y="341462"/>
            <a:ext cx="4604951" cy="1728469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A66AC7C6-46EB-4B21-BAD6-8669A41604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6431" y="1421166"/>
            <a:ext cx="2825126" cy="850253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FBE338AA-5055-40ED-B084-97B4BA82BE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232" y="2250484"/>
            <a:ext cx="5048770" cy="1046783"/>
          </a:xfrm>
          <a:prstGeom prst="rect">
            <a:avLst/>
          </a:prstGeom>
        </p:spPr>
      </p:pic>
      <p:pic>
        <p:nvPicPr>
          <p:cNvPr id="13" name="Resim 12">
            <a:extLst>
              <a:ext uri="{FF2B5EF4-FFF2-40B4-BE49-F238E27FC236}">
                <a16:creationId xmlns:a16="http://schemas.microsoft.com/office/drawing/2014/main" id="{C3D1B033-5AD6-40EE-AFE4-EED5EEB7A9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293" y="3275396"/>
            <a:ext cx="5839600" cy="925204"/>
          </a:xfrm>
          <a:prstGeom prst="rect">
            <a:avLst/>
          </a:prstGeom>
        </p:spPr>
      </p:pic>
      <p:pic>
        <p:nvPicPr>
          <p:cNvPr id="15" name="Resim 14">
            <a:extLst>
              <a:ext uri="{FF2B5EF4-FFF2-40B4-BE49-F238E27FC236}">
                <a16:creationId xmlns:a16="http://schemas.microsoft.com/office/drawing/2014/main" id="{D8115729-D737-460D-AE5B-06D585C5DD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502" y="4200600"/>
            <a:ext cx="4807742" cy="1115532"/>
          </a:xfrm>
          <a:prstGeom prst="rect">
            <a:avLst/>
          </a:prstGeom>
        </p:spPr>
      </p:pic>
      <p:pic>
        <p:nvPicPr>
          <p:cNvPr id="17" name="Resim 16">
            <a:extLst>
              <a:ext uri="{FF2B5EF4-FFF2-40B4-BE49-F238E27FC236}">
                <a16:creationId xmlns:a16="http://schemas.microsoft.com/office/drawing/2014/main" id="{5F9967BA-1F09-436A-BA9C-F8044C6713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073" y="5333098"/>
            <a:ext cx="2109015" cy="941834"/>
          </a:xfrm>
          <a:prstGeom prst="rect">
            <a:avLst/>
          </a:prstGeom>
        </p:spPr>
      </p:pic>
      <p:pic>
        <p:nvPicPr>
          <p:cNvPr id="19" name="Resim 18">
            <a:extLst>
              <a:ext uri="{FF2B5EF4-FFF2-40B4-BE49-F238E27FC236}">
                <a16:creationId xmlns:a16="http://schemas.microsoft.com/office/drawing/2014/main" id="{8CB4459A-51C7-419D-8CCB-F7CF65D8E9C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31924" y="4343779"/>
            <a:ext cx="964076" cy="829174"/>
          </a:xfrm>
          <a:prstGeom prst="rect">
            <a:avLst/>
          </a:prstGeom>
        </p:spPr>
      </p:pic>
      <p:pic>
        <p:nvPicPr>
          <p:cNvPr id="21" name="Resim 20">
            <a:extLst>
              <a:ext uri="{FF2B5EF4-FFF2-40B4-BE49-F238E27FC236}">
                <a16:creationId xmlns:a16="http://schemas.microsoft.com/office/drawing/2014/main" id="{1A756201-D9EF-4173-9435-D3ED7E5D9C9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22501" y="5204577"/>
            <a:ext cx="637392" cy="829174"/>
          </a:xfrm>
          <a:prstGeom prst="rect">
            <a:avLst/>
          </a:prstGeom>
        </p:spPr>
      </p:pic>
      <p:pic>
        <p:nvPicPr>
          <p:cNvPr id="23" name="Resim 22">
            <a:extLst>
              <a:ext uri="{FF2B5EF4-FFF2-40B4-BE49-F238E27FC236}">
                <a16:creationId xmlns:a16="http://schemas.microsoft.com/office/drawing/2014/main" id="{71E705DE-6D35-4C65-B568-7E5B1ABB781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48541" y="6247369"/>
            <a:ext cx="747459" cy="533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555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3C01E8E5-97D0-47AE-8C5F-070373F9BA89}"/>
              </a:ext>
            </a:extLst>
          </p:cNvPr>
          <p:cNvSpPr txBox="1"/>
          <p:nvPr/>
        </p:nvSpPr>
        <p:spPr>
          <a:xfrm>
            <a:off x="4716162" y="403654"/>
            <a:ext cx="2759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CFG</a:t>
            </a:r>
            <a:r>
              <a:rPr lang="tr-TR" dirty="0">
                <a:solidFill>
                  <a:srgbClr val="FF0000"/>
                </a:solidFill>
                <a:highlight>
                  <a:srgbClr val="FFFF00"/>
                </a:highlight>
              </a:rPr>
              <a:t>’den </a:t>
            </a:r>
            <a:r>
              <a:rPr lang="tr-TR" dirty="0" err="1">
                <a:solidFill>
                  <a:srgbClr val="FF0000"/>
                </a:solidFill>
                <a:highlight>
                  <a:srgbClr val="FFFF00"/>
                </a:highlight>
              </a:rPr>
              <a:t>PDA’ya</a:t>
            </a:r>
            <a:r>
              <a:rPr lang="tr-TR" dirty="0">
                <a:solidFill>
                  <a:srgbClr val="FF0000"/>
                </a:solidFill>
                <a:highlight>
                  <a:srgbClr val="FFFF00"/>
                </a:highlight>
              </a:rPr>
              <a:t> dönüşüm: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29837533-E7AC-424F-A707-003995866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91" y="1178011"/>
            <a:ext cx="3188248" cy="592352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7644F625-E057-44BD-B9A7-9F5444BD2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925" y="1248869"/>
            <a:ext cx="7156084" cy="450635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99ED633B-3D08-4584-BA0E-5A45AE3627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0966" y="2100649"/>
            <a:ext cx="8852324" cy="634828"/>
          </a:xfrm>
          <a:prstGeom prst="rect">
            <a:avLst/>
          </a:prstGeom>
        </p:spPr>
      </p:pic>
      <p:pic>
        <p:nvPicPr>
          <p:cNvPr id="13" name="Resim 12">
            <a:extLst>
              <a:ext uri="{FF2B5EF4-FFF2-40B4-BE49-F238E27FC236}">
                <a16:creationId xmlns:a16="http://schemas.microsoft.com/office/drawing/2014/main" id="{44C9851A-458B-4416-B922-8813B3E7CB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1772" y="3065763"/>
            <a:ext cx="7070034" cy="855449"/>
          </a:xfrm>
          <a:prstGeom prst="rect">
            <a:avLst/>
          </a:prstGeom>
        </p:spPr>
      </p:pic>
      <p:sp>
        <p:nvSpPr>
          <p:cNvPr id="14" name="Metin kutusu 13">
            <a:extLst>
              <a:ext uri="{FF2B5EF4-FFF2-40B4-BE49-F238E27FC236}">
                <a16:creationId xmlns:a16="http://schemas.microsoft.com/office/drawing/2014/main" id="{69671EED-EAD7-4D2F-86EC-5B103F3C3D31}"/>
              </a:ext>
            </a:extLst>
          </p:cNvPr>
          <p:cNvSpPr txBox="1"/>
          <p:nvPr/>
        </p:nvSpPr>
        <p:spPr>
          <a:xfrm>
            <a:off x="634313" y="3244334"/>
            <a:ext cx="1943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Başlangıç hareketi:</a:t>
            </a:r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78B4A0CE-F0EB-41C9-A454-751E2DBB42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1772" y="4251498"/>
            <a:ext cx="5565644" cy="735085"/>
          </a:xfrm>
          <a:prstGeom prst="rect">
            <a:avLst/>
          </a:prstGeom>
        </p:spPr>
      </p:pic>
      <p:pic>
        <p:nvPicPr>
          <p:cNvPr id="18" name="Resim 17">
            <a:extLst>
              <a:ext uri="{FF2B5EF4-FFF2-40B4-BE49-F238E27FC236}">
                <a16:creationId xmlns:a16="http://schemas.microsoft.com/office/drawing/2014/main" id="{9EC5A6FC-72B8-4C46-82F6-157BBF85EF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943" y="5287471"/>
            <a:ext cx="11358066" cy="434279"/>
          </a:xfrm>
          <a:prstGeom prst="rect">
            <a:avLst/>
          </a:prstGeom>
        </p:spPr>
      </p:pic>
      <p:pic>
        <p:nvPicPr>
          <p:cNvPr id="20" name="Resim 19">
            <a:extLst>
              <a:ext uri="{FF2B5EF4-FFF2-40B4-BE49-F238E27FC236}">
                <a16:creationId xmlns:a16="http://schemas.microsoft.com/office/drawing/2014/main" id="{FB773BAD-8BFC-4029-8E16-B5C799F24C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68559" y="6017380"/>
            <a:ext cx="7997138" cy="612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727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3D06CAC1-E5DC-44E4-A55C-F45D7DE04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45" y="496517"/>
            <a:ext cx="2956221" cy="521686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6972BB2A-F7BA-434B-A669-FC58C6BD6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07" y="1596655"/>
            <a:ext cx="1843908" cy="350495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4C4CA401-0579-4A08-BA6B-5ACA4755A6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844" y="2390775"/>
            <a:ext cx="2105025" cy="3248025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EE0B9264-0EF1-4943-97DE-FDAA2D0E07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3019" y="-34881"/>
            <a:ext cx="5038725" cy="704850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A0446BED-C6CB-4BB9-AD8D-8D942D2A16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3019" y="704979"/>
            <a:ext cx="2190750" cy="276225"/>
          </a:xfrm>
          <a:prstGeom prst="rect">
            <a:avLst/>
          </a:prstGeom>
        </p:spPr>
      </p:pic>
      <p:pic>
        <p:nvPicPr>
          <p:cNvPr id="13" name="Resim 12">
            <a:extLst>
              <a:ext uri="{FF2B5EF4-FFF2-40B4-BE49-F238E27FC236}">
                <a16:creationId xmlns:a16="http://schemas.microsoft.com/office/drawing/2014/main" id="{FBE1FB04-919E-4008-BD38-F8FE91E65A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57089" y="702920"/>
            <a:ext cx="2447925" cy="295275"/>
          </a:xfrm>
          <a:prstGeom prst="rect">
            <a:avLst/>
          </a:prstGeom>
        </p:spPr>
      </p:pic>
      <p:pic>
        <p:nvPicPr>
          <p:cNvPr id="15" name="Resim 14">
            <a:extLst>
              <a:ext uri="{FF2B5EF4-FFF2-40B4-BE49-F238E27FC236}">
                <a16:creationId xmlns:a16="http://schemas.microsoft.com/office/drawing/2014/main" id="{D6DDC9EC-8555-4582-9678-F9668F68B1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3019" y="1028893"/>
            <a:ext cx="2190750" cy="266700"/>
          </a:xfrm>
          <a:prstGeom prst="rect">
            <a:avLst/>
          </a:prstGeom>
        </p:spPr>
      </p:pic>
      <p:pic>
        <p:nvPicPr>
          <p:cNvPr id="17" name="Resim 16">
            <a:extLst>
              <a:ext uri="{FF2B5EF4-FFF2-40B4-BE49-F238E27FC236}">
                <a16:creationId xmlns:a16="http://schemas.microsoft.com/office/drawing/2014/main" id="{8DE64385-C7E4-40E5-B1B2-8FB4954796F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59494" y="1028893"/>
            <a:ext cx="647700" cy="295275"/>
          </a:xfrm>
          <a:prstGeom prst="rect">
            <a:avLst/>
          </a:prstGeom>
        </p:spPr>
      </p:pic>
      <p:pic>
        <p:nvPicPr>
          <p:cNvPr id="19" name="Resim 18">
            <a:extLst>
              <a:ext uri="{FF2B5EF4-FFF2-40B4-BE49-F238E27FC236}">
                <a16:creationId xmlns:a16="http://schemas.microsoft.com/office/drawing/2014/main" id="{D7EE93E6-B467-4967-834D-A067EE144EF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76831" y="1324168"/>
            <a:ext cx="2143125" cy="285750"/>
          </a:xfrm>
          <a:prstGeom prst="rect">
            <a:avLst/>
          </a:prstGeom>
        </p:spPr>
      </p:pic>
      <p:pic>
        <p:nvPicPr>
          <p:cNvPr id="21" name="Resim 20">
            <a:extLst>
              <a:ext uri="{FF2B5EF4-FFF2-40B4-BE49-F238E27FC236}">
                <a16:creationId xmlns:a16="http://schemas.microsoft.com/office/drawing/2014/main" id="{71D66A1C-B864-46D4-9383-56F91E2959A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30919" y="1354866"/>
            <a:ext cx="676275" cy="266700"/>
          </a:xfrm>
          <a:prstGeom prst="rect">
            <a:avLst/>
          </a:prstGeom>
        </p:spPr>
      </p:pic>
      <p:pic>
        <p:nvPicPr>
          <p:cNvPr id="23" name="Resim 22">
            <a:extLst>
              <a:ext uri="{FF2B5EF4-FFF2-40B4-BE49-F238E27FC236}">
                <a16:creationId xmlns:a16="http://schemas.microsoft.com/office/drawing/2014/main" id="{C44B6C0D-DDBB-4871-8614-40EFA7600AD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10155" y="1678717"/>
            <a:ext cx="2276475" cy="419100"/>
          </a:xfrm>
          <a:prstGeom prst="rect">
            <a:avLst/>
          </a:prstGeom>
        </p:spPr>
      </p:pic>
      <p:pic>
        <p:nvPicPr>
          <p:cNvPr id="27" name="Resim 26">
            <a:extLst>
              <a:ext uri="{FF2B5EF4-FFF2-40B4-BE49-F238E27FC236}">
                <a16:creationId xmlns:a16="http://schemas.microsoft.com/office/drawing/2014/main" id="{FD1E2948-A683-472A-9846-91A0377F146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51103" y="1612363"/>
            <a:ext cx="2847975" cy="419100"/>
          </a:xfrm>
          <a:prstGeom prst="rect">
            <a:avLst/>
          </a:prstGeom>
        </p:spPr>
      </p:pic>
      <p:pic>
        <p:nvPicPr>
          <p:cNvPr id="29" name="Resim 28">
            <a:extLst>
              <a:ext uri="{FF2B5EF4-FFF2-40B4-BE49-F238E27FC236}">
                <a16:creationId xmlns:a16="http://schemas.microsoft.com/office/drawing/2014/main" id="{234A0D1B-D7FE-4A4A-AA23-30B9C4A73EE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12389" y="1785225"/>
            <a:ext cx="2105025" cy="323850"/>
          </a:xfrm>
          <a:prstGeom prst="rect">
            <a:avLst/>
          </a:prstGeom>
        </p:spPr>
      </p:pic>
      <p:pic>
        <p:nvPicPr>
          <p:cNvPr id="31" name="Resim 30">
            <a:extLst>
              <a:ext uri="{FF2B5EF4-FFF2-40B4-BE49-F238E27FC236}">
                <a16:creationId xmlns:a16="http://schemas.microsoft.com/office/drawing/2014/main" id="{9CE08731-FFC6-4948-8650-4AD383F755B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20241" y="2175429"/>
            <a:ext cx="4152900" cy="295275"/>
          </a:xfrm>
          <a:prstGeom prst="rect">
            <a:avLst/>
          </a:prstGeom>
        </p:spPr>
      </p:pic>
      <p:pic>
        <p:nvPicPr>
          <p:cNvPr id="33" name="Resim 32">
            <a:extLst>
              <a:ext uri="{FF2B5EF4-FFF2-40B4-BE49-F238E27FC236}">
                <a16:creationId xmlns:a16="http://schemas.microsoft.com/office/drawing/2014/main" id="{C29BD01A-B8C1-4806-B6FC-8D40461F1E1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20241" y="2470704"/>
            <a:ext cx="5191125" cy="323850"/>
          </a:xfrm>
          <a:prstGeom prst="rect">
            <a:avLst/>
          </a:prstGeom>
        </p:spPr>
      </p:pic>
      <p:pic>
        <p:nvPicPr>
          <p:cNvPr id="35" name="Resim 34">
            <a:extLst>
              <a:ext uri="{FF2B5EF4-FFF2-40B4-BE49-F238E27FC236}">
                <a16:creationId xmlns:a16="http://schemas.microsoft.com/office/drawing/2014/main" id="{0D9CF9C0-DD00-4F78-A68D-B46A010F3C5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12389" y="2779624"/>
            <a:ext cx="2676525" cy="295275"/>
          </a:xfrm>
          <a:prstGeom prst="rect">
            <a:avLst/>
          </a:prstGeom>
        </p:spPr>
      </p:pic>
      <p:pic>
        <p:nvPicPr>
          <p:cNvPr id="37" name="Resim 36">
            <a:extLst>
              <a:ext uri="{FF2B5EF4-FFF2-40B4-BE49-F238E27FC236}">
                <a16:creationId xmlns:a16="http://schemas.microsoft.com/office/drawing/2014/main" id="{2DA5AEED-C5C2-42AC-B045-439327E1920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420241" y="3070398"/>
            <a:ext cx="5362575" cy="323850"/>
          </a:xfrm>
          <a:prstGeom prst="rect">
            <a:avLst/>
          </a:prstGeom>
        </p:spPr>
      </p:pic>
      <p:pic>
        <p:nvPicPr>
          <p:cNvPr id="39" name="Resim 38">
            <a:extLst>
              <a:ext uri="{FF2B5EF4-FFF2-40B4-BE49-F238E27FC236}">
                <a16:creationId xmlns:a16="http://schemas.microsoft.com/office/drawing/2014/main" id="{A423B6CB-921E-4D3C-8AD4-893F6AA328A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399388" y="3421598"/>
            <a:ext cx="5686425" cy="323850"/>
          </a:xfrm>
          <a:prstGeom prst="rect">
            <a:avLst/>
          </a:prstGeom>
        </p:spPr>
      </p:pic>
      <p:pic>
        <p:nvPicPr>
          <p:cNvPr id="41" name="Resim 40">
            <a:extLst>
              <a:ext uri="{FF2B5EF4-FFF2-40B4-BE49-F238E27FC236}">
                <a16:creationId xmlns:a16="http://schemas.microsoft.com/office/drawing/2014/main" id="{F0B3EDCF-C96F-4B06-A769-EF02E2810E1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394111" y="3740947"/>
            <a:ext cx="2828925" cy="323850"/>
          </a:xfrm>
          <a:prstGeom prst="rect">
            <a:avLst/>
          </a:prstGeom>
        </p:spPr>
      </p:pic>
      <p:pic>
        <p:nvPicPr>
          <p:cNvPr id="43" name="Resim 42">
            <a:extLst>
              <a:ext uri="{FF2B5EF4-FFF2-40B4-BE49-F238E27FC236}">
                <a16:creationId xmlns:a16="http://schemas.microsoft.com/office/drawing/2014/main" id="{07C9930D-2344-4D00-AA73-3EE19267E55F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412389" y="4066856"/>
            <a:ext cx="5514975" cy="323850"/>
          </a:xfrm>
          <a:prstGeom prst="rect">
            <a:avLst/>
          </a:prstGeom>
        </p:spPr>
      </p:pic>
      <p:pic>
        <p:nvPicPr>
          <p:cNvPr id="45" name="Resim 44">
            <a:extLst>
              <a:ext uri="{FF2B5EF4-FFF2-40B4-BE49-F238E27FC236}">
                <a16:creationId xmlns:a16="http://schemas.microsoft.com/office/drawing/2014/main" id="{BB4E0D03-7587-47C1-9018-104EA6A0D09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412389" y="4373396"/>
            <a:ext cx="2324100" cy="333375"/>
          </a:xfrm>
          <a:prstGeom prst="rect">
            <a:avLst/>
          </a:prstGeom>
        </p:spPr>
      </p:pic>
      <p:pic>
        <p:nvPicPr>
          <p:cNvPr id="47" name="Resim 46">
            <a:extLst>
              <a:ext uri="{FF2B5EF4-FFF2-40B4-BE49-F238E27FC236}">
                <a16:creationId xmlns:a16="http://schemas.microsoft.com/office/drawing/2014/main" id="{0F90837F-F7F0-4916-810B-9CBAB3EA579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374289" y="4782209"/>
            <a:ext cx="5895975" cy="361950"/>
          </a:xfrm>
          <a:prstGeom prst="rect">
            <a:avLst/>
          </a:prstGeom>
        </p:spPr>
      </p:pic>
      <p:pic>
        <p:nvPicPr>
          <p:cNvPr id="49" name="Resim 48">
            <a:extLst>
              <a:ext uri="{FF2B5EF4-FFF2-40B4-BE49-F238E27FC236}">
                <a16:creationId xmlns:a16="http://schemas.microsoft.com/office/drawing/2014/main" id="{7DA11288-9E08-45CF-BCEE-EA780031A9D2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421914" y="5201289"/>
            <a:ext cx="2314575" cy="352425"/>
          </a:xfrm>
          <a:prstGeom prst="rect">
            <a:avLst/>
          </a:prstGeom>
        </p:spPr>
      </p:pic>
      <p:pic>
        <p:nvPicPr>
          <p:cNvPr id="51" name="Resim 50">
            <a:extLst>
              <a:ext uri="{FF2B5EF4-FFF2-40B4-BE49-F238E27FC236}">
                <a16:creationId xmlns:a16="http://schemas.microsoft.com/office/drawing/2014/main" id="{61E1D95F-BBCD-48CB-AE05-03623DD111A0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374289" y="5567156"/>
            <a:ext cx="5762625" cy="361950"/>
          </a:xfrm>
          <a:prstGeom prst="rect">
            <a:avLst/>
          </a:prstGeom>
        </p:spPr>
      </p:pic>
      <p:pic>
        <p:nvPicPr>
          <p:cNvPr id="53" name="Resim 52">
            <a:extLst>
              <a:ext uri="{FF2B5EF4-FFF2-40B4-BE49-F238E27FC236}">
                <a16:creationId xmlns:a16="http://schemas.microsoft.com/office/drawing/2014/main" id="{11F337D7-E944-46B2-81D8-41225E77F099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384577" y="5823569"/>
            <a:ext cx="1866900" cy="352425"/>
          </a:xfrm>
          <a:prstGeom prst="rect">
            <a:avLst/>
          </a:prstGeom>
        </p:spPr>
      </p:pic>
      <p:pic>
        <p:nvPicPr>
          <p:cNvPr id="55" name="Resim 54">
            <a:extLst>
              <a:ext uri="{FF2B5EF4-FFF2-40B4-BE49-F238E27FC236}">
                <a16:creationId xmlns:a16="http://schemas.microsoft.com/office/drawing/2014/main" id="{2B986311-A7D7-477E-9369-3890D904155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412389" y="6164366"/>
            <a:ext cx="5724525" cy="333375"/>
          </a:xfrm>
          <a:prstGeom prst="rect">
            <a:avLst/>
          </a:prstGeom>
        </p:spPr>
      </p:pic>
      <p:pic>
        <p:nvPicPr>
          <p:cNvPr id="57" name="Resim 56">
            <a:extLst>
              <a:ext uri="{FF2B5EF4-FFF2-40B4-BE49-F238E27FC236}">
                <a16:creationId xmlns:a16="http://schemas.microsoft.com/office/drawing/2014/main" id="{C3E951FF-CB9D-4FD0-96F9-E5E401D8BB0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394111" y="6524625"/>
            <a:ext cx="1695450" cy="333375"/>
          </a:xfrm>
          <a:prstGeom prst="rect">
            <a:avLst/>
          </a:prstGeom>
        </p:spPr>
      </p:pic>
      <p:sp>
        <p:nvSpPr>
          <p:cNvPr id="58" name="Metin kutusu 57">
            <a:extLst>
              <a:ext uri="{FF2B5EF4-FFF2-40B4-BE49-F238E27FC236}">
                <a16:creationId xmlns:a16="http://schemas.microsoft.com/office/drawing/2014/main" id="{7A039B65-A9B6-4932-A99B-D6EF84AEC62D}"/>
              </a:ext>
            </a:extLst>
          </p:cNvPr>
          <p:cNvSpPr txBox="1"/>
          <p:nvPr/>
        </p:nvSpPr>
        <p:spPr>
          <a:xfrm>
            <a:off x="378942" y="201242"/>
            <a:ext cx="2026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>
                <a:solidFill>
                  <a:srgbClr val="FF0000"/>
                </a:solidFill>
              </a:rPr>
              <a:t>CFG’den</a:t>
            </a:r>
            <a:r>
              <a:rPr lang="tr-TR" dirty="0">
                <a:solidFill>
                  <a:srgbClr val="FF0000"/>
                </a:solidFill>
              </a:rPr>
              <a:t> </a:t>
            </a:r>
            <a:r>
              <a:rPr lang="tr-TR" dirty="0" err="1">
                <a:solidFill>
                  <a:srgbClr val="FF0000"/>
                </a:solidFill>
              </a:rPr>
              <a:t>PDA’ya</a:t>
            </a:r>
            <a:endParaRPr lang="tr-T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4375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ayt Numarası Yer Tutucusu 5">
            <a:extLst>
              <a:ext uri="{FF2B5EF4-FFF2-40B4-BE49-F238E27FC236}">
                <a16:creationId xmlns:a16="http://schemas.microsoft.com/office/drawing/2014/main" id="{E6708C2E-4C65-4501-94A1-5A0127189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48A07-14CA-4EC5-A9F9-225A3EEFC7E4}" type="slidenum">
              <a:rPr lang="en-US" altLang="tr-TR"/>
              <a:pPr/>
              <a:t>25</a:t>
            </a:fld>
            <a:endParaRPr lang="en-US" altLang="tr-TR"/>
          </a:p>
        </p:txBody>
      </p:sp>
      <p:sp>
        <p:nvSpPr>
          <p:cNvPr id="62466" name="Rectangle 2">
            <a:extLst>
              <a:ext uri="{FF2B5EF4-FFF2-40B4-BE49-F238E27FC236}">
                <a16:creationId xmlns:a16="http://schemas.microsoft.com/office/drawing/2014/main" id="{5ADF3334-2E25-459B-A6ED-098EF178B5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Deterministic PDA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F00F62C0-F591-4314-B771-DAD8286299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 dirty="0" err="1"/>
              <a:t>Deterministik</a:t>
            </a:r>
            <a:r>
              <a:rPr lang="en-US" altLang="tr-TR" dirty="0"/>
              <a:t> </a:t>
            </a:r>
            <a:r>
              <a:rPr lang="en-US" altLang="tr-TR" dirty="0" err="1"/>
              <a:t>olmak</a:t>
            </a:r>
            <a:r>
              <a:rPr lang="en-US" altLang="tr-TR" dirty="0"/>
              <a:t> </a:t>
            </a:r>
            <a:r>
              <a:rPr lang="en-US" altLang="tr-TR" dirty="0" err="1"/>
              <a:t>için</a:t>
            </a:r>
            <a:r>
              <a:rPr lang="en-US" altLang="tr-TR" dirty="0"/>
              <a:t>, </a:t>
            </a:r>
            <a:r>
              <a:rPr lang="en-US" altLang="tr-TR" dirty="0" err="1"/>
              <a:t>herhangi</a:t>
            </a:r>
            <a:r>
              <a:rPr lang="en-US" altLang="tr-TR" dirty="0"/>
              <a:t> </a:t>
            </a:r>
            <a:r>
              <a:rPr lang="en-US" altLang="tr-TR" dirty="0" err="1"/>
              <a:t>bir</a:t>
            </a:r>
            <a:r>
              <a:rPr lang="en-US" altLang="tr-TR" dirty="0"/>
              <a:t> </a:t>
            </a:r>
            <a:r>
              <a:rPr lang="en-US" altLang="tr-TR" b="1" dirty="0">
                <a:solidFill>
                  <a:srgbClr val="FF0000"/>
                </a:solidFill>
              </a:rPr>
              <a:t>q</a:t>
            </a:r>
            <a:r>
              <a:rPr lang="en-US" altLang="tr-TR" dirty="0"/>
              <a:t> </a:t>
            </a:r>
            <a:r>
              <a:rPr lang="en-US" altLang="tr-TR" dirty="0" err="1"/>
              <a:t>durumu</a:t>
            </a:r>
            <a:r>
              <a:rPr lang="en-US" altLang="tr-TR" dirty="0"/>
              <a:t>, </a:t>
            </a:r>
            <a:r>
              <a:rPr lang="en-US" altLang="tr-TR" dirty="0" err="1"/>
              <a:t>giriş</a:t>
            </a:r>
            <a:r>
              <a:rPr lang="en-US" altLang="tr-TR" dirty="0"/>
              <a:t> </a:t>
            </a:r>
            <a:r>
              <a:rPr lang="en-US" altLang="tr-TR" dirty="0" err="1"/>
              <a:t>sembolü</a:t>
            </a:r>
            <a:r>
              <a:rPr lang="en-US" altLang="tr-TR" dirty="0"/>
              <a:t> </a:t>
            </a:r>
            <a:r>
              <a:rPr lang="en-US" altLang="tr-TR" b="1" dirty="0">
                <a:solidFill>
                  <a:srgbClr val="FF0000"/>
                </a:solidFill>
              </a:rPr>
              <a:t>a</a:t>
            </a:r>
            <a:r>
              <a:rPr lang="en-US" altLang="tr-TR" dirty="0"/>
              <a:t> </a:t>
            </a:r>
            <a:r>
              <a:rPr lang="en-US" altLang="tr-TR" dirty="0" err="1"/>
              <a:t>ve</a:t>
            </a:r>
            <a:r>
              <a:rPr lang="en-US" altLang="tr-TR" dirty="0"/>
              <a:t> </a:t>
            </a:r>
            <a:r>
              <a:rPr lang="en-US" altLang="tr-TR" dirty="0" err="1"/>
              <a:t>yığın</a:t>
            </a:r>
            <a:r>
              <a:rPr lang="en-US" altLang="tr-TR" dirty="0"/>
              <a:t> </a:t>
            </a:r>
            <a:r>
              <a:rPr lang="en-US" altLang="tr-TR" dirty="0" err="1"/>
              <a:t>sembolü</a:t>
            </a:r>
            <a:r>
              <a:rPr lang="en-US" altLang="tr-TR" dirty="0"/>
              <a:t> </a:t>
            </a:r>
            <a:r>
              <a:rPr lang="en-US" altLang="tr-TR" b="1" dirty="0">
                <a:solidFill>
                  <a:srgbClr val="FF0000"/>
                </a:solidFill>
              </a:rPr>
              <a:t>X</a:t>
            </a:r>
            <a:r>
              <a:rPr lang="en-US" altLang="tr-TR" dirty="0"/>
              <a:t> </a:t>
            </a:r>
            <a:r>
              <a:rPr lang="en-US" altLang="tr-TR" dirty="0" err="1"/>
              <a:t>için</a:t>
            </a:r>
            <a:r>
              <a:rPr lang="en-US" altLang="tr-TR" dirty="0"/>
              <a:t> </a:t>
            </a:r>
            <a:r>
              <a:rPr lang="en-US" altLang="tr-TR" dirty="0" err="1"/>
              <a:t>en</a:t>
            </a:r>
            <a:r>
              <a:rPr lang="en-US" altLang="tr-TR" dirty="0"/>
              <a:t> </a:t>
            </a:r>
            <a:r>
              <a:rPr lang="en-US" altLang="tr-TR" dirty="0" err="1"/>
              <a:t>fazla</a:t>
            </a:r>
            <a:r>
              <a:rPr lang="en-US" altLang="tr-TR" dirty="0"/>
              <a:t> </a:t>
            </a:r>
            <a:r>
              <a:rPr lang="en-US" altLang="tr-TR" dirty="0" err="1"/>
              <a:t>bir</a:t>
            </a:r>
            <a:r>
              <a:rPr lang="en-US" altLang="tr-TR" dirty="0"/>
              <a:t> </a:t>
            </a:r>
            <a:r>
              <a:rPr lang="en-US" altLang="tr-TR" dirty="0" err="1"/>
              <a:t>hareket</a:t>
            </a:r>
            <a:r>
              <a:rPr lang="en-US" altLang="tr-TR" dirty="0"/>
              <a:t> </a:t>
            </a:r>
            <a:r>
              <a:rPr lang="en-US" altLang="tr-TR" dirty="0" err="1"/>
              <a:t>seçeneği</a:t>
            </a:r>
            <a:r>
              <a:rPr lang="en-US" altLang="tr-TR" dirty="0"/>
              <a:t> </a:t>
            </a:r>
            <a:r>
              <a:rPr lang="en-US" altLang="tr-TR" dirty="0" err="1"/>
              <a:t>olmalıdır</a:t>
            </a:r>
            <a:r>
              <a:rPr lang="en-US" altLang="tr-TR" dirty="0"/>
              <a:t>.</a:t>
            </a:r>
          </a:p>
          <a:p>
            <a:r>
              <a:rPr lang="en-US" altLang="tr-TR" dirty="0" err="1"/>
              <a:t>Ek</a:t>
            </a:r>
            <a:r>
              <a:rPr lang="en-US" altLang="tr-TR" dirty="0"/>
              <a:t> </a:t>
            </a:r>
            <a:r>
              <a:rPr lang="en-US" altLang="tr-TR" dirty="0" err="1"/>
              <a:t>olarak</a:t>
            </a:r>
            <a:r>
              <a:rPr lang="en-US" altLang="tr-TR" dirty="0"/>
              <a:t>, </a:t>
            </a:r>
            <a:r>
              <a:rPr lang="el-GR" altLang="tr-TR" dirty="0"/>
              <a:t>ε </a:t>
            </a:r>
            <a:r>
              <a:rPr lang="en-US" altLang="tr-TR" dirty="0" err="1"/>
              <a:t>girdisini</a:t>
            </a:r>
            <a:r>
              <a:rPr lang="en-US" altLang="tr-TR" dirty="0"/>
              <a:t> </a:t>
            </a:r>
            <a:r>
              <a:rPr lang="en-US" altLang="tr-TR" dirty="0" err="1"/>
              <a:t>veya</a:t>
            </a:r>
            <a:r>
              <a:rPr lang="en-US" altLang="tr-TR" dirty="0"/>
              <a:t> </a:t>
            </a:r>
            <a:r>
              <a:rPr lang="en-US" altLang="tr-TR" dirty="0" err="1"/>
              <a:t>gerçek</a:t>
            </a:r>
            <a:r>
              <a:rPr lang="en-US" altLang="tr-TR" dirty="0"/>
              <a:t> </a:t>
            </a:r>
            <a:r>
              <a:rPr lang="en-US" altLang="tr-TR" dirty="0" err="1"/>
              <a:t>girdiyi</a:t>
            </a:r>
            <a:r>
              <a:rPr lang="en-US" altLang="tr-TR" dirty="0"/>
              <a:t> </a:t>
            </a:r>
            <a:r>
              <a:rPr lang="en-US" altLang="tr-TR" dirty="0" err="1"/>
              <a:t>kullanmak</a:t>
            </a:r>
            <a:r>
              <a:rPr lang="en-US" altLang="tr-TR" dirty="0"/>
              <a:t> </a:t>
            </a:r>
            <a:r>
              <a:rPr lang="en-US" altLang="tr-TR" dirty="0" err="1"/>
              <a:t>arasında</a:t>
            </a:r>
            <a:r>
              <a:rPr lang="en-US" altLang="tr-TR" dirty="0"/>
              <a:t> </a:t>
            </a:r>
            <a:r>
              <a:rPr lang="en-US" altLang="tr-TR" dirty="0" err="1"/>
              <a:t>bir</a:t>
            </a:r>
            <a:r>
              <a:rPr lang="en-US" altLang="tr-TR" dirty="0"/>
              <a:t> </a:t>
            </a:r>
            <a:r>
              <a:rPr lang="en-US" altLang="tr-TR" dirty="0" err="1"/>
              <a:t>seçim</a:t>
            </a:r>
            <a:r>
              <a:rPr lang="en-US" altLang="tr-TR" dirty="0"/>
              <a:t> </a:t>
            </a:r>
            <a:r>
              <a:rPr lang="en-US" altLang="tr-TR" dirty="0" err="1"/>
              <a:t>olmamalıdır</a:t>
            </a:r>
            <a:r>
              <a:rPr lang="en-US" altLang="tr-TR" dirty="0"/>
              <a:t>.</a:t>
            </a:r>
          </a:p>
          <a:p>
            <a:r>
              <a:rPr lang="en-US" altLang="tr-TR" dirty="0" err="1"/>
              <a:t>Biçimsel</a:t>
            </a:r>
            <a:r>
              <a:rPr lang="en-US" altLang="tr-TR" dirty="0"/>
              <a:t> </a:t>
            </a:r>
            <a:r>
              <a:rPr lang="en-US" altLang="tr-TR" dirty="0" err="1"/>
              <a:t>olarak</a:t>
            </a:r>
            <a:r>
              <a:rPr lang="en-US" altLang="tr-TR" dirty="0"/>
              <a:t>, </a:t>
            </a:r>
            <a:r>
              <a:rPr lang="el-GR" altLang="tr-TR" dirty="0"/>
              <a:t>δ(</a:t>
            </a:r>
            <a:r>
              <a:rPr lang="en-US" altLang="tr-TR" dirty="0"/>
              <a:t>q, a, X) </a:t>
            </a:r>
            <a:r>
              <a:rPr lang="en-US" altLang="tr-TR" dirty="0" err="1"/>
              <a:t>ve</a:t>
            </a:r>
            <a:r>
              <a:rPr lang="en-US" altLang="tr-TR" dirty="0"/>
              <a:t> </a:t>
            </a:r>
            <a:r>
              <a:rPr lang="el-GR" altLang="tr-TR" dirty="0"/>
              <a:t>δ(</a:t>
            </a:r>
            <a:r>
              <a:rPr lang="en-US" altLang="tr-TR" dirty="0"/>
              <a:t>q, </a:t>
            </a:r>
            <a:r>
              <a:rPr lang="el-GR" altLang="tr-TR" dirty="0"/>
              <a:t>ε, </a:t>
            </a:r>
            <a:r>
              <a:rPr lang="en-US" altLang="tr-TR" dirty="0"/>
              <a:t>X)'in her </a:t>
            </a:r>
            <a:r>
              <a:rPr lang="en-US" altLang="tr-TR" dirty="0" err="1"/>
              <a:t>ikisi</a:t>
            </a:r>
            <a:r>
              <a:rPr lang="en-US" altLang="tr-TR" dirty="0"/>
              <a:t> de </a:t>
            </a:r>
            <a:r>
              <a:rPr lang="en-US" altLang="tr-TR" dirty="0" err="1"/>
              <a:t>boş</a:t>
            </a:r>
            <a:r>
              <a:rPr lang="en-US" altLang="tr-TR" dirty="0"/>
              <a:t> </a:t>
            </a:r>
            <a:r>
              <a:rPr lang="en-US" altLang="tr-TR" dirty="0" err="1"/>
              <a:t>olamaz</a:t>
            </a:r>
            <a:r>
              <a:rPr lang="en-US" altLang="tr-TR" dirty="0"/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27CC440A-4EA4-4375-BBE8-DA675D68BAF9}"/>
              </a:ext>
            </a:extLst>
          </p:cNvPr>
          <p:cNvSpPr txBox="1"/>
          <p:nvPr/>
        </p:nvSpPr>
        <p:spPr>
          <a:xfrm>
            <a:off x="675503" y="710514"/>
            <a:ext cx="1084099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800" dirty="0"/>
              <a:t>D</a:t>
            </a:r>
            <a:r>
              <a:rPr lang="en-US" sz="2800" dirty="0" err="1"/>
              <a:t>eterministic</a:t>
            </a:r>
            <a:r>
              <a:rPr lang="en-US" sz="2800" dirty="0"/>
              <a:t> pushdown automaton</a:t>
            </a:r>
            <a:r>
              <a:rPr lang="tr-TR" sz="2800" dirty="0"/>
              <a:t> (DPDA):</a:t>
            </a:r>
            <a:r>
              <a:rPr lang="en-US" sz="2800" dirty="0"/>
              <a:t>(Q, Σ, Γ, δ, q0, F), </a:t>
            </a:r>
            <a:endParaRPr lang="tr-TR" sz="2800" dirty="0"/>
          </a:p>
          <a:p>
            <a:r>
              <a:rPr lang="tr-TR" sz="2800" dirty="0"/>
              <a:t>Burada </a:t>
            </a:r>
            <a:r>
              <a:rPr lang="en-US" sz="2800" dirty="0"/>
              <a:t> Q, Σ, Γ, </a:t>
            </a:r>
            <a:r>
              <a:rPr lang="tr-TR" sz="2800" dirty="0"/>
              <a:t>ve</a:t>
            </a:r>
            <a:r>
              <a:rPr lang="en-US" sz="2800" dirty="0"/>
              <a:t> F </a:t>
            </a:r>
            <a:r>
              <a:rPr lang="tr-TR" sz="2800" dirty="0"/>
              <a:t>kümeleri sonlu sayıda elemana sahiptir.</a:t>
            </a:r>
            <a:r>
              <a:rPr lang="en-US" sz="2800" dirty="0"/>
              <a:t> </a:t>
            </a:r>
            <a:endParaRPr lang="tr-TR" sz="2800" dirty="0"/>
          </a:p>
          <a:p>
            <a:pPr marL="342900" indent="-342900">
              <a:buAutoNum type="arabicPeriod"/>
            </a:pPr>
            <a:r>
              <a:rPr lang="en-US" sz="2800" dirty="0"/>
              <a:t>Q</a:t>
            </a:r>
            <a:r>
              <a:rPr lang="tr-TR" sz="2800" dirty="0"/>
              <a:t>: Durumlar kümesi</a:t>
            </a:r>
            <a:r>
              <a:rPr lang="en-US" sz="2800" dirty="0"/>
              <a:t>, </a:t>
            </a:r>
            <a:endParaRPr lang="tr-TR" sz="2800" dirty="0"/>
          </a:p>
          <a:p>
            <a:pPr marL="342900" indent="-342900">
              <a:buAutoNum type="arabicPeriod"/>
            </a:pPr>
            <a:r>
              <a:rPr lang="en-US" sz="2800" dirty="0"/>
              <a:t> Σ </a:t>
            </a:r>
            <a:r>
              <a:rPr lang="tr-TR" sz="2800" dirty="0"/>
              <a:t>:giriş alfabesi</a:t>
            </a:r>
            <a:r>
              <a:rPr lang="en-US" sz="2800" dirty="0"/>
              <a:t> </a:t>
            </a:r>
            <a:endParaRPr lang="tr-TR" sz="2800" dirty="0"/>
          </a:p>
          <a:p>
            <a:pPr marL="342900" indent="-342900">
              <a:buAutoNum type="arabicPeriod"/>
            </a:pPr>
            <a:r>
              <a:rPr lang="en-US" sz="2800" dirty="0"/>
              <a:t> Γ </a:t>
            </a:r>
            <a:r>
              <a:rPr lang="tr-TR" sz="2800" dirty="0"/>
              <a:t>:</a:t>
            </a:r>
            <a:r>
              <a:rPr lang="tr-TR" sz="2800" dirty="0" err="1"/>
              <a:t>Yığıt</a:t>
            </a:r>
            <a:r>
              <a:rPr lang="tr-TR" sz="2800" dirty="0"/>
              <a:t> alfabesi</a:t>
            </a:r>
            <a:r>
              <a:rPr lang="en-US" sz="2800" dirty="0"/>
              <a:t> </a:t>
            </a:r>
            <a:endParaRPr lang="tr-TR" sz="2800" dirty="0"/>
          </a:p>
          <a:p>
            <a:pPr marL="342900" indent="-342900">
              <a:buFontTx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δ : Q × </a:t>
            </a:r>
            <a:r>
              <a:rPr lang="en-US" sz="1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sz="1800" baseline="-25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× </a:t>
            </a:r>
            <a:r>
              <a:rPr lang="en-US" sz="1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sz="1800" baseline="-25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−→(Q × </a:t>
            </a:r>
            <a:r>
              <a:rPr lang="en-US" sz="1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sz="1800" baseline="-25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18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∪</a:t>
            </a: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{</a:t>
            </a:r>
            <a:r>
              <a:rPr lang="en-US" sz="18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∅</a:t>
            </a: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tr-T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geçiş fonksiyonu </a:t>
            </a: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/>
              <a:t> </a:t>
            </a:r>
            <a:endParaRPr lang="tr-TR" sz="2800" dirty="0"/>
          </a:p>
          <a:p>
            <a:pPr marL="342900" indent="-342900">
              <a:buAutoNum type="arabicPeriod"/>
            </a:pPr>
            <a:r>
              <a:rPr lang="en-US" sz="2800" dirty="0"/>
              <a:t>q</a:t>
            </a:r>
            <a:r>
              <a:rPr lang="en-US" baseline="-25000" dirty="0">
                <a:latin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US" sz="2800" dirty="0"/>
              <a:t> ∈ Q </a:t>
            </a:r>
            <a:r>
              <a:rPr lang="tr-TR" sz="2800" dirty="0"/>
              <a:t>başlangıç durumu</a:t>
            </a:r>
            <a:r>
              <a:rPr lang="en-US" sz="2800" dirty="0"/>
              <a:t> </a:t>
            </a:r>
            <a:endParaRPr lang="tr-TR" sz="2800" dirty="0"/>
          </a:p>
          <a:p>
            <a:pPr marL="342900" indent="-342900">
              <a:buAutoNum type="arabicPeriod"/>
            </a:pPr>
            <a:r>
              <a:rPr lang="en-US" sz="2800" dirty="0"/>
              <a:t> F ⊆ Q </a:t>
            </a:r>
            <a:r>
              <a:rPr lang="tr-TR" sz="2800" dirty="0"/>
              <a:t>:kabul durumları kümesi</a:t>
            </a:r>
            <a:r>
              <a:rPr lang="en-US" sz="2800" dirty="0"/>
              <a:t>. </a:t>
            </a:r>
            <a:endParaRPr lang="tr-TR" sz="2800" dirty="0"/>
          </a:p>
          <a:p>
            <a:r>
              <a:rPr lang="tr-TR" sz="2800" dirty="0"/>
              <a:t>Geçiş Fonksiyonu:  her </a:t>
            </a:r>
            <a:r>
              <a:rPr lang="en-US" sz="2800" dirty="0">
                <a:solidFill>
                  <a:srgbClr val="FF0000"/>
                </a:solidFill>
              </a:rPr>
              <a:t>q ∈ Q, a ∈ Σ </a:t>
            </a:r>
            <a:r>
              <a:rPr lang="tr-TR" sz="2800" dirty="0">
                <a:solidFill>
                  <a:srgbClr val="FF0000"/>
                </a:solidFill>
              </a:rPr>
              <a:t>ve</a:t>
            </a:r>
            <a:r>
              <a:rPr lang="en-US" sz="2800" dirty="0">
                <a:solidFill>
                  <a:srgbClr val="FF0000"/>
                </a:solidFill>
              </a:rPr>
              <a:t> x ∈ Γ</a:t>
            </a:r>
            <a:r>
              <a:rPr lang="tr-TR" sz="2800" dirty="0">
                <a:solidFill>
                  <a:srgbClr val="FF0000"/>
                </a:solidFill>
              </a:rPr>
              <a:t> </a:t>
            </a:r>
            <a:r>
              <a:rPr lang="tr-TR" sz="2800" dirty="0"/>
              <a:t>için </a:t>
            </a:r>
            <a:r>
              <a:rPr lang="en-US" sz="2800" dirty="0"/>
              <a:t>, </a:t>
            </a:r>
            <a:r>
              <a:rPr lang="el-GR" sz="2800" dirty="0"/>
              <a:t>δ(</a:t>
            </a:r>
            <a:r>
              <a:rPr lang="en-US" sz="2800" dirty="0"/>
              <a:t>q, a, x), </a:t>
            </a:r>
            <a:r>
              <a:rPr lang="el-GR" sz="2800" dirty="0"/>
              <a:t>δ(</a:t>
            </a:r>
            <a:r>
              <a:rPr lang="en-US" sz="2800" dirty="0"/>
              <a:t>q, a, </a:t>
            </a:r>
            <a:r>
              <a:rPr lang="el-GR" sz="2800" dirty="0"/>
              <a:t>ε), δ(</a:t>
            </a:r>
            <a:r>
              <a:rPr lang="en-US" sz="2800" dirty="0"/>
              <a:t>q, </a:t>
            </a:r>
            <a:r>
              <a:rPr lang="el-GR" sz="2800" dirty="0"/>
              <a:t>ε, </a:t>
            </a:r>
            <a:r>
              <a:rPr lang="en-US" sz="2800" dirty="0"/>
              <a:t>x) </a:t>
            </a:r>
            <a:r>
              <a:rPr lang="en-US" sz="2800" dirty="0" err="1"/>
              <a:t>ve</a:t>
            </a:r>
            <a:r>
              <a:rPr lang="en-US" sz="2800" dirty="0"/>
              <a:t> </a:t>
            </a:r>
            <a:r>
              <a:rPr lang="el-GR" sz="2800" dirty="0"/>
              <a:t>δ(</a:t>
            </a:r>
            <a:r>
              <a:rPr lang="en-US" sz="2800" dirty="0"/>
              <a:t>q, </a:t>
            </a:r>
            <a:r>
              <a:rPr lang="el-GR" sz="2800" dirty="0"/>
              <a:t>ε, ε) </a:t>
            </a:r>
            <a:r>
              <a:rPr lang="en-US" sz="2800" dirty="0" err="1"/>
              <a:t>değerlerinden</a:t>
            </a:r>
            <a:r>
              <a:rPr lang="en-US" sz="2800" dirty="0"/>
              <a:t> </a:t>
            </a:r>
            <a:r>
              <a:rPr lang="en-US" sz="2800" dirty="0" err="1"/>
              <a:t>biri</a:t>
            </a:r>
            <a:r>
              <a:rPr lang="en-US" sz="2800" dirty="0"/>
              <a:t> tam </a:t>
            </a:r>
            <a:r>
              <a:rPr lang="en-US" sz="2800" dirty="0" err="1"/>
              <a:t>olarak</a:t>
            </a:r>
            <a:r>
              <a:rPr lang="en-US" sz="2800" dirty="0"/>
              <a:t> ∅ </a:t>
            </a:r>
            <a:r>
              <a:rPr lang="en-US" sz="2800" dirty="0" err="1"/>
              <a:t>değildir</a:t>
            </a:r>
            <a:endParaRPr lang="tr-TR" sz="2800" dirty="0"/>
          </a:p>
        </p:txBody>
      </p:sp>
    </p:spTree>
    <p:extLst>
      <p:ext uri="{BB962C8B-B14F-4D97-AF65-F5344CB8AC3E}">
        <p14:creationId xmlns:p14="http://schemas.microsoft.com/office/powerpoint/2010/main" val="41639187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95B03F05-E621-4D84-BAAD-53CAA2E6A644}"/>
              </a:ext>
            </a:extLst>
          </p:cNvPr>
          <p:cNvSpPr txBox="1"/>
          <p:nvPr/>
        </p:nvSpPr>
        <p:spPr>
          <a:xfrm>
            <a:off x="345989" y="1168902"/>
            <a:ext cx="116647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 err="1"/>
              <a:t>DPDA'ları</a:t>
            </a:r>
            <a:r>
              <a:rPr lang="tr-TR" dirty="0"/>
              <a:t> tanımlarken determinizmin temel ilkesine uyuyoruz: DPDA, hesaplamasının her adımında geçiş fonksiyonuna göre ilerleyecek en fazla bir yola sahiptir. </a:t>
            </a:r>
            <a:r>
              <a:rPr lang="tr-TR" dirty="0" err="1"/>
              <a:t>DPDA'ları</a:t>
            </a:r>
            <a:r>
              <a:rPr lang="tr-TR" dirty="0"/>
              <a:t> tanımlamak, </a:t>
            </a:r>
            <a:r>
              <a:rPr lang="tr-TR" dirty="0" err="1"/>
              <a:t>DFA'ları</a:t>
            </a:r>
            <a:r>
              <a:rPr lang="tr-TR" dirty="0"/>
              <a:t> tanımlamaktan daha karmaşıktır çünkü </a:t>
            </a:r>
            <a:r>
              <a:rPr lang="tr-TR" dirty="0" err="1"/>
              <a:t>DPDA'lar</a:t>
            </a:r>
            <a:r>
              <a:rPr lang="tr-TR" dirty="0"/>
              <a:t>, bir yığın sembolünü açmadan bir giriş sembolünü okuyabilir ve bunun tersi de geçerlidir. Buna göre, </a:t>
            </a:r>
            <a:r>
              <a:rPr lang="el-GR" dirty="0"/>
              <a:t>ε-</a:t>
            </a:r>
            <a:r>
              <a:rPr lang="tr-TR" dirty="0"/>
              <a:t>hareketleri </a:t>
            </a:r>
            <a:r>
              <a:rPr lang="tr-TR" dirty="0" err="1"/>
              <a:t>DFA'larda</a:t>
            </a:r>
            <a:r>
              <a:rPr lang="tr-TR" dirty="0"/>
              <a:t> yasaklanmış olsa da, </a:t>
            </a:r>
            <a:r>
              <a:rPr lang="tr-TR" dirty="0" err="1"/>
              <a:t>DPDA'nın</a:t>
            </a:r>
            <a:r>
              <a:rPr lang="tr-TR" dirty="0"/>
              <a:t> geçiş fonksiyonunda </a:t>
            </a:r>
            <a:r>
              <a:rPr lang="el-GR" dirty="0"/>
              <a:t>ε-</a:t>
            </a:r>
            <a:r>
              <a:rPr lang="tr-TR" dirty="0"/>
              <a:t>hareketlerine izin veriyoruz. 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FC2853F9-9574-4E66-BCF8-E5E394084E65}"/>
              </a:ext>
            </a:extLst>
          </p:cNvPr>
          <p:cNvSpPr txBox="1"/>
          <p:nvPr/>
        </p:nvSpPr>
        <p:spPr>
          <a:xfrm>
            <a:off x="345989" y="3011442"/>
            <a:ext cx="115000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Bu </a:t>
            </a:r>
            <a:r>
              <a:rPr lang="el-GR" dirty="0"/>
              <a:t>ε </a:t>
            </a:r>
            <a:r>
              <a:rPr lang="tr-TR" dirty="0"/>
              <a:t>hareketleri iki biçim alır: </a:t>
            </a:r>
            <a:r>
              <a:rPr lang="el-GR" dirty="0"/>
              <a:t>δ(</a:t>
            </a:r>
            <a:r>
              <a:rPr lang="tr-TR" dirty="0"/>
              <a:t>q, </a:t>
            </a:r>
            <a:r>
              <a:rPr lang="el-GR" dirty="0"/>
              <a:t>ε, </a:t>
            </a:r>
            <a:r>
              <a:rPr lang="tr-TR" dirty="0"/>
              <a:t>x)'e karşılık gelen </a:t>
            </a:r>
            <a:r>
              <a:rPr lang="el-GR" dirty="0"/>
              <a:t>ε-</a:t>
            </a:r>
            <a:r>
              <a:rPr lang="tr-TR" dirty="0"/>
              <a:t>girdi hareketleri ve </a:t>
            </a:r>
            <a:r>
              <a:rPr lang="el-GR" dirty="0"/>
              <a:t>δ(</a:t>
            </a:r>
            <a:r>
              <a:rPr lang="tr-TR" dirty="0"/>
              <a:t>q, a, </a:t>
            </a:r>
            <a:r>
              <a:rPr lang="el-GR" dirty="0"/>
              <a:t>ε)'</a:t>
            </a:r>
            <a:r>
              <a:rPr lang="tr-TR" dirty="0"/>
              <a:t>ya karşılık gelen </a:t>
            </a:r>
            <a:r>
              <a:rPr lang="el-GR" dirty="0"/>
              <a:t>ε-</a:t>
            </a:r>
            <a:r>
              <a:rPr lang="tr-TR" dirty="0"/>
              <a:t>yığın hareketleri. Bir hamle, </a:t>
            </a:r>
            <a:r>
              <a:rPr lang="el-GR" dirty="0"/>
              <a:t>δ(</a:t>
            </a:r>
            <a:r>
              <a:rPr lang="tr-TR" dirty="0"/>
              <a:t>q, </a:t>
            </a:r>
            <a:r>
              <a:rPr lang="el-GR" dirty="0"/>
              <a:t>ε, ε)'</a:t>
            </a:r>
            <a:r>
              <a:rPr lang="tr-TR" dirty="0"/>
              <a:t>ya karşılık gelen her iki biçimi de birleştirebilir. Eğer bir DPDA belirli bir durumda bir </a:t>
            </a:r>
            <a:r>
              <a:rPr lang="el-GR" dirty="0"/>
              <a:t>ε-</a:t>
            </a:r>
            <a:r>
              <a:rPr lang="tr-TR" dirty="0"/>
              <a:t>hamlesi yapabiliyorsa, aynı durumda </a:t>
            </a:r>
            <a:r>
              <a:rPr lang="el-GR" dirty="0"/>
              <a:t>ε </a:t>
            </a:r>
            <a:r>
              <a:rPr lang="tr-TR" dirty="0"/>
              <a:t>yerine bir sembolün işlenmesini içeren bir hareket yapması yasaktır. Aksi takdirde, birden fazla geçerli hesaplama dalı meydana gelebilir ve bu da </a:t>
            </a:r>
            <a:r>
              <a:rPr lang="tr-TR" dirty="0" err="1"/>
              <a:t>deterministik</a:t>
            </a:r>
            <a:r>
              <a:rPr lang="tr-TR" dirty="0"/>
              <a:t> olmayan davranışlara yol açabilir. </a:t>
            </a:r>
          </a:p>
        </p:txBody>
      </p:sp>
    </p:spTree>
    <p:extLst>
      <p:ext uri="{BB962C8B-B14F-4D97-AF65-F5344CB8AC3E}">
        <p14:creationId xmlns:p14="http://schemas.microsoft.com/office/powerpoint/2010/main" val="31006119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F62F8C97-78FD-4A08-9295-542A38E07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07" y="1806273"/>
            <a:ext cx="11131023" cy="4827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239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1039</TotalTime>
  <Words>581</Words>
  <Application>Microsoft Office PowerPoint</Application>
  <PresentationFormat>Geniş ekran</PresentationFormat>
  <Paragraphs>95</Paragraphs>
  <Slides>28</Slides>
  <Notes>9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Office Teması</vt:lpstr>
      <vt:lpstr>PowerPoint Sunusu</vt:lpstr>
      <vt:lpstr>PowerPoint Sunusu</vt:lpstr>
      <vt:lpstr>PowerPoint Sunusu</vt:lpstr>
      <vt:lpstr>PowerPoint Sunusu</vt:lpstr>
      <vt:lpstr>PDA’nın çalışması</vt:lpstr>
      <vt:lpstr>PDA’nın çalışması</vt:lpstr>
      <vt:lpstr>PDA’nın çalışması</vt:lpstr>
      <vt:lpstr>PDA’nın çalışması</vt:lpstr>
      <vt:lpstr>PDA’nın çalışması</vt:lpstr>
      <vt:lpstr>PDA’nın çalışması</vt:lpstr>
      <vt:lpstr>PDA’nın çalışması</vt:lpstr>
      <vt:lpstr>PDA’nın çalışması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Deterministic PDA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Sau</dc:creator>
  <cp:lastModifiedBy>Sau</cp:lastModifiedBy>
  <cp:revision>71</cp:revision>
  <dcterms:created xsi:type="dcterms:W3CDTF">2023-11-21T17:57:10Z</dcterms:created>
  <dcterms:modified xsi:type="dcterms:W3CDTF">2024-12-13T07:24:26Z</dcterms:modified>
</cp:coreProperties>
</file>