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6" r:id="rId12"/>
    <p:sldId id="265" r:id="rId13"/>
    <p:sldId id="271" r:id="rId14"/>
    <p:sldId id="267" r:id="rId15"/>
    <p:sldId id="268" r:id="rId16"/>
    <p:sldId id="269" r:id="rId17"/>
  </p:sldIdLst>
  <p:sldSz cx="12192000" cy="6858000"/>
  <p:notesSz cx="6797675" cy="9928225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618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424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84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167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357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515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445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773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743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042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410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5DBB2-415A-41D2-BE70-5B44C35181F0}" type="datetimeFigureOut">
              <a:rPr lang="tr-TR" smtClean="0"/>
              <a:t>27.10.2020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198BB-90DB-417E-BAD0-10BAC65C71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394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emf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NFA ve NFA-ꓥ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0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794987" y="729734"/>
            <a:ext cx="3124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u="none" strike="noStrike" baseline="0" dirty="0" smtClean="0">
                <a:latin typeface="MTMI"/>
              </a:rPr>
              <a:t>L</a:t>
            </a:r>
            <a:r>
              <a:rPr lang="en-US" sz="800" b="0" i="0" u="none" strike="noStrike" baseline="0" dirty="0" smtClean="0">
                <a:latin typeface="Times-Roman"/>
              </a:rPr>
              <a:t>1 </a:t>
            </a:r>
            <a:r>
              <a:rPr lang="en-US" b="0" i="0" u="none" strike="noStrike" baseline="0" dirty="0" smtClean="0">
                <a:latin typeface="MTSY"/>
              </a:rPr>
              <a:t>= {</a:t>
            </a:r>
            <a:r>
              <a:rPr lang="en-US" b="0" i="1" u="none" strike="noStrike" baseline="0" dirty="0" smtClean="0">
                <a:latin typeface="MTMI"/>
              </a:rPr>
              <a:t>x </a:t>
            </a:r>
            <a:r>
              <a:rPr lang="en-US" b="0" i="0" u="none" strike="noStrike" baseline="0" dirty="0" smtClean="0">
                <a:latin typeface="MTSY"/>
              </a:rPr>
              <a:t>∈ {</a:t>
            </a:r>
            <a:r>
              <a:rPr lang="en-US" b="0" i="1" u="none" strike="noStrike" baseline="0" dirty="0" smtClean="0">
                <a:latin typeface="MTMI"/>
              </a:rPr>
              <a:t>a, b</a:t>
            </a:r>
            <a:r>
              <a:rPr lang="en-US" b="0" i="0" u="none" strike="noStrike" baseline="0" dirty="0" smtClean="0">
                <a:latin typeface="MTSY"/>
              </a:rPr>
              <a:t>}</a:t>
            </a:r>
            <a:r>
              <a:rPr lang="en-US" sz="800" b="0" i="0" u="none" strike="noStrike" baseline="0" dirty="0" smtClean="0">
                <a:latin typeface="MTSY"/>
              </a:rPr>
              <a:t>∗ </a:t>
            </a:r>
            <a:r>
              <a:rPr lang="en-US" b="0" i="0" u="none" strike="noStrike" baseline="0" dirty="0" smtClean="0">
                <a:latin typeface="MTSY"/>
              </a:rPr>
              <a:t>| </a:t>
            </a:r>
            <a:r>
              <a:rPr lang="en-US" b="0" i="1" u="none" strike="noStrike" baseline="0" dirty="0" smtClean="0">
                <a:latin typeface="MTMI"/>
              </a:rPr>
              <a:t>x aa</a:t>
            </a:r>
            <a:r>
              <a:rPr lang="tr-TR" b="0" i="1" u="none" strike="noStrike" baseline="0" dirty="0" smtClean="0">
                <a:latin typeface="MTMI"/>
              </a:rPr>
              <a:t> ile biter</a:t>
            </a:r>
            <a:r>
              <a:rPr lang="en-US" b="0" i="0" u="none" strike="noStrike" baseline="0" dirty="0" smtClean="0">
                <a:latin typeface="MTSY"/>
              </a:rPr>
              <a:t>}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660" y="4568240"/>
            <a:ext cx="4053106" cy="1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7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6374130" y="2826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0" i="1" u="none" strike="noStrike" baseline="0" dirty="0" smtClean="0">
                <a:latin typeface="MTMI"/>
              </a:rPr>
              <a:t>«</a:t>
            </a:r>
            <a:r>
              <a:rPr lang="en-US" b="0" i="1" u="none" strike="noStrike" baseline="0" dirty="0" smtClean="0">
                <a:latin typeface="MTMI"/>
              </a:rPr>
              <a:t>b</a:t>
            </a:r>
            <a:r>
              <a:rPr lang="tr-TR" b="0" i="1" u="none" strike="noStrike" baseline="0" dirty="0" smtClean="0">
                <a:latin typeface="MTMI"/>
              </a:rPr>
              <a:t>»</a:t>
            </a:r>
            <a:r>
              <a:rPr lang="en-US" b="0" i="1" u="none" strike="noStrike" baseline="0" dirty="0" smtClean="0">
                <a:latin typeface="MTMI"/>
              </a:rPr>
              <a:t> </a:t>
            </a:r>
            <a:r>
              <a:rPr lang="tr-TR" b="0" i="1" u="none" strike="noStrike" baseline="0" dirty="0" smtClean="0">
                <a:latin typeface="MTMI"/>
              </a:rPr>
              <a:t>ile biten «</a:t>
            </a:r>
            <a:r>
              <a:rPr lang="en-US" b="0" i="1" u="none" strike="noStrike" baseline="0" dirty="0" smtClean="0">
                <a:latin typeface="MTMI"/>
              </a:rPr>
              <a:t>aa</a:t>
            </a:r>
            <a:r>
              <a:rPr lang="tr-TR" b="0" i="1" u="none" strike="noStrike" baseline="0" dirty="0" smtClean="0">
                <a:latin typeface="MTMI"/>
              </a:rPr>
              <a:t>»</a:t>
            </a:r>
            <a:r>
              <a:rPr lang="tr-TR" dirty="0" smtClean="0">
                <a:latin typeface="Times-Roman"/>
              </a:rPr>
              <a:t> </a:t>
            </a:r>
            <a:r>
              <a:rPr lang="tr-TR" dirty="0" err="1" smtClean="0">
                <a:latin typeface="Times-Roman"/>
              </a:rPr>
              <a:t>altkatarını</a:t>
            </a:r>
            <a:r>
              <a:rPr lang="tr-TR" dirty="0" smtClean="0">
                <a:latin typeface="Times-Roman"/>
              </a:rPr>
              <a:t> içermeyen katarlardan oluşan dili tanıyan DFA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466083"/>
            <a:ext cx="3737610" cy="26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7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579370" y="865555"/>
            <a:ext cx="7581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0" i="0" u="none" strike="noStrike" baseline="0" dirty="0" smtClean="0">
                <a:latin typeface="Times-Roman"/>
              </a:rPr>
              <a:t>«</a:t>
            </a:r>
            <a:r>
              <a:rPr lang="en-US" b="0" i="1" u="none" strike="noStrike" baseline="0" dirty="0" err="1" smtClean="0">
                <a:latin typeface="MTMI"/>
              </a:rPr>
              <a:t>abbaab</a:t>
            </a:r>
            <a:r>
              <a:rPr lang="tr-TR" b="0" i="1" u="none" strike="noStrike" baseline="0" dirty="0" smtClean="0">
                <a:latin typeface="MTMI"/>
              </a:rPr>
              <a:t>» </a:t>
            </a:r>
            <a:r>
              <a:rPr lang="tr-TR" b="0" i="1" u="none" strike="noStrike" baseline="0" dirty="0" err="1" smtClean="0">
                <a:latin typeface="MTMI"/>
              </a:rPr>
              <a:t>altkatarını</a:t>
            </a:r>
            <a:r>
              <a:rPr lang="tr-TR" b="0" i="1" u="none" strike="noStrike" baseline="0" dirty="0" smtClean="0">
                <a:latin typeface="MTMI"/>
              </a:rPr>
              <a:t> içeren katarları kabul eden </a:t>
            </a:r>
            <a:r>
              <a:rPr lang="tr-TR" b="0" i="1" u="none" strike="noStrike" baseline="0" dirty="0" err="1" smtClean="0">
                <a:latin typeface="MTMI"/>
              </a:rPr>
              <a:t>DFA’yı</a:t>
            </a:r>
            <a:r>
              <a:rPr lang="tr-TR" b="0" i="1" u="none" strike="noStrike" baseline="0" dirty="0" smtClean="0">
                <a:latin typeface="MTMI"/>
              </a:rPr>
              <a:t> çiziniz.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69" y="1994588"/>
            <a:ext cx="8955101" cy="258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0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316480" y="488365"/>
            <a:ext cx="7513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0" i="0" u="none" strike="noStrike" baseline="0" dirty="0" smtClean="0">
                <a:latin typeface="Times-Roman"/>
              </a:rPr>
              <a:t>3 ile bölünebilen tamsayıların</a:t>
            </a:r>
            <a:r>
              <a:rPr lang="tr-TR" b="0" i="0" u="none" strike="noStrike" dirty="0" smtClean="0">
                <a:latin typeface="Times-Roman"/>
              </a:rPr>
              <a:t> ikili gösterimini kabul eden DFA makinesi:</a:t>
            </a:r>
            <a:r>
              <a:rPr lang="tr-TR" b="0" i="0" u="none" strike="noStrike" baseline="0" dirty="0" smtClean="0">
                <a:latin typeface="Times-Roman"/>
              </a:rPr>
              <a:t>.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73691"/>
            <a:ext cx="4835280" cy="283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6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603885"/>
            <a:ext cx="5931217" cy="647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0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720215"/>
            <a:ext cx="5105400" cy="7429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847725"/>
            <a:ext cx="1981200" cy="36195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322" y="923925"/>
            <a:ext cx="1933575" cy="28575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310" y="738187"/>
            <a:ext cx="1295400" cy="6572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123" y="814387"/>
            <a:ext cx="2724150" cy="428625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735416" y="2973705"/>
            <a:ext cx="44592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u="none" strike="noStrike" baseline="0" dirty="0" smtClean="0">
                <a:latin typeface="MTMI"/>
              </a:rPr>
              <a:t>L</a:t>
            </a:r>
            <a:r>
              <a:rPr lang="en-US" sz="800" b="0" i="0" u="none" strike="noStrike" baseline="0" dirty="0" smtClean="0">
                <a:latin typeface="Times-Roman"/>
              </a:rPr>
              <a:t>1 </a:t>
            </a:r>
            <a:r>
              <a:rPr lang="en-US" b="0" i="0" u="none" strike="noStrike" baseline="0" dirty="0" smtClean="0">
                <a:latin typeface="MTSY"/>
              </a:rPr>
              <a:t>= {</a:t>
            </a:r>
            <a:r>
              <a:rPr lang="en-US" b="0" i="1" u="none" strike="noStrike" baseline="0" dirty="0" smtClean="0">
                <a:latin typeface="MTMI"/>
              </a:rPr>
              <a:t>x </a:t>
            </a:r>
            <a:r>
              <a:rPr lang="en-US" b="0" i="0" u="none" strike="noStrike" baseline="0" dirty="0" smtClean="0">
                <a:latin typeface="MTSY"/>
              </a:rPr>
              <a:t>∈ {</a:t>
            </a:r>
            <a:r>
              <a:rPr lang="en-US" b="0" i="1" u="none" strike="noStrike" baseline="0" dirty="0" smtClean="0">
                <a:latin typeface="MTMI"/>
              </a:rPr>
              <a:t>a, b</a:t>
            </a:r>
            <a:r>
              <a:rPr lang="en-US" b="0" i="0" u="none" strike="noStrike" baseline="0" dirty="0" smtClean="0">
                <a:latin typeface="MTSY"/>
              </a:rPr>
              <a:t>}</a:t>
            </a:r>
            <a:r>
              <a:rPr lang="en-US" sz="2400" b="0" i="0" u="none" strike="noStrike" baseline="0" dirty="0" smtClean="0">
                <a:latin typeface="MTSY"/>
              </a:rPr>
              <a:t>∗</a:t>
            </a:r>
            <a:r>
              <a:rPr lang="en-US" sz="800" b="0" i="0" u="none" strike="noStrike" baseline="0" dirty="0" smtClean="0">
                <a:latin typeface="MTSY"/>
              </a:rPr>
              <a:t> </a:t>
            </a:r>
            <a:r>
              <a:rPr lang="en-US" b="0" i="0" u="none" strike="noStrike" baseline="0" dirty="0" smtClean="0">
                <a:latin typeface="MTSY"/>
              </a:rPr>
              <a:t>| </a:t>
            </a:r>
            <a:r>
              <a:rPr lang="en-US" b="0" i="1" u="none" strike="noStrike" baseline="0" dirty="0" smtClean="0">
                <a:latin typeface="MTMI"/>
              </a:rPr>
              <a:t>aa</a:t>
            </a:r>
            <a:r>
              <a:rPr lang="tr-TR" b="0" i="1" u="none" strike="noStrike" baseline="0" dirty="0" smtClean="0">
                <a:latin typeface="MTMI"/>
              </a:rPr>
              <a:t>, </a:t>
            </a:r>
            <a:r>
              <a:rPr lang="tr-TR" b="0" i="1" u="none" strike="noStrike" baseline="0" dirty="0" err="1" smtClean="0">
                <a:latin typeface="MTMI"/>
              </a:rPr>
              <a:t>x’in</a:t>
            </a:r>
            <a:r>
              <a:rPr lang="tr-TR" b="0" i="1" u="none" strike="noStrike" baseline="0" dirty="0" smtClean="0">
                <a:latin typeface="MTMI"/>
              </a:rPr>
              <a:t> </a:t>
            </a:r>
            <a:r>
              <a:rPr lang="tr-TR" b="0" i="1" u="none" strike="noStrike" baseline="0" dirty="0" err="1" smtClean="0">
                <a:latin typeface="MTMI"/>
              </a:rPr>
              <a:t>altkatarı</a:t>
            </a:r>
            <a:r>
              <a:rPr lang="tr-TR" b="0" i="1" u="none" strike="noStrike" baseline="0" dirty="0" smtClean="0">
                <a:latin typeface="MTMI"/>
              </a:rPr>
              <a:t> değildir.</a:t>
            </a:r>
            <a:r>
              <a:rPr lang="en-US" b="0" i="0" u="none" strike="noStrike" baseline="0" dirty="0" smtClean="0">
                <a:latin typeface="MTSY"/>
              </a:rPr>
              <a:t>}</a:t>
            </a:r>
            <a:endParaRPr lang="tr-TR" dirty="0"/>
          </a:p>
        </p:txBody>
      </p:sp>
      <p:sp>
        <p:nvSpPr>
          <p:cNvPr id="10" name="Dikdörtgen 9"/>
          <p:cNvSpPr/>
          <p:nvPr/>
        </p:nvSpPr>
        <p:spPr>
          <a:xfrm>
            <a:off x="8475947" y="2973705"/>
            <a:ext cx="32880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u="none" strike="noStrike" baseline="0" dirty="0" smtClean="0">
                <a:latin typeface="MTMI"/>
              </a:rPr>
              <a:t>L</a:t>
            </a:r>
            <a:r>
              <a:rPr lang="en-US" sz="800" b="0" i="0" u="none" strike="noStrike" baseline="0" dirty="0" smtClean="0">
                <a:latin typeface="Times-Roman"/>
              </a:rPr>
              <a:t>2 </a:t>
            </a:r>
            <a:r>
              <a:rPr lang="en-US" b="0" i="0" u="none" strike="noStrike" baseline="0" dirty="0" smtClean="0">
                <a:latin typeface="MTSY"/>
              </a:rPr>
              <a:t>= {</a:t>
            </a:r>
            <a:r>
              <a:rPr lang="en-US" b="0" i="1" u="none" strike="noStrike" baseline="0" dirty="0" smtClean="0">
                <a:latin typeface="MTMI"/>
              </a:rPr>
              <a:t>x </a:t>
            </a:r>
            <a:r>
              <a:rPr lang="en-US" b="0" i="0" u="none" strike="noStrike" baseline="0" dirty="0" smtClean="0">
                <a:latin typeface="MTSY"/>
              </a:rPr>
              <a:t>∈ {</a:t>
            </a:r>
            <a:r>
              <a:rPr lang="en-US" b="0" i="1" u="none" strike="noStrike" baseline="0" dirty="0" smtClean="0">
                <a:latin typeface="MTMI"/>
              </a:rPr>
              <a:t>a, b</a:t>
            </a:r>
            <a:r>
              <a:rPr lang="en-US" b="0" i="0" u="none" strike="noStrike" baseline="0" dirty="0" smtClean="0">
                <a:latin typeface="MTSY"/>
              </a:rPr>
              <a:t>}</a:t>
            </a:r>
            <a:r>
              <a:rPr lang="en-US" sz="2400" b="0" i="0" u="none" strike="noStrike" baseline="0" dirty="0" smtClean="0">
                <a:latin typeface="MTSY"/>
              </a:rPr>
              <a:t>∗</a:t>
            </a:r>
            <a:r>
              <a:rPr lang="en-US" sz="800" b="0" i="0" u="none" strike="noStrike" baseline="0" dirty="0" smtClean="0">
                <a:latin typeface="MTSY"/>
              </a:rPr>
              <a:t> </a:t>
            </a:r>
            <a:r>
              <a:rPr lang="en-US" b="0" i="0" u="none" strike="noStrike" baseline="0" dirty="0" smtClean="0">
                <a:latin typeface="MTSY"/>
              </a:rPr>
              <a:t>| </a:t>
            </a:r>
            <a:r>
              <a:rPr lang="en-US" b="0" i="1" u="none" strike="noStrike" baseline="0" dirty="0" smtClean="0">
                <a:latin typeface="MTMI"/>
              </a:rPr>
              <a:t>x</a:t>
            </a:r>
            <a:r>
              <a:rPr lang="tr-TR" b="0" i="1" u="none" strike="noStrike" baseline="0" dirty="0" smtClean="0">
                <a:latin typeface="MTMI"/>
              </a:rPr>
              <a:t>, </a:t>
            </a:r>
            <a:r>
              <a:rPr lang="en-US" b="0" i="1" u="none" strike="noStrike" baseline="0" dirty="0" smtClean="0">
                <a:latin typeface="MTMI"/>
              </a:rPr>
              <a:t>ab</a:t>
            </a:r>
            <a:r>
              <a:rPr lang="tr-TR" b="0" i="1" u="none" strike="noStrike" baseline="0" dirty="0" smtClean="0">
                <a:latin typeface="MTMI"/>
              </a:rPr>
              <a:t> ile biter</a:t>
            </a:r>
            <a:r>
              <a:rPr lang="en-US" b="0" i="0" u="none" strike="noStrike" baseline="0" dirty="0" smtClean="0">
                <a:latin typeface="MTSY"/>
              </a:rPr>
              <a:t>}</a:t>
            </a:r>
            <a:endParaRPr lang="tr-TR" dirty="0"/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16" y="3945910"/>
            <a:ext cx="2457450" cy="110490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2123" y="3756363"/>
            <a:ext cx="2343150" cy="1409700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1034" y="4080510"/>
            <a:ext cx="334708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6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6" y="3233100"/>
            <a:ext cx="3819525" cy="307760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831" y="3198809"/>
            <a:ext cx="3263265" cy="34279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70" y="2701672"/>
            <a:ext cx="1283895" cy="55340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889" y="2978374"/>
            <a:ext cx="1028700" cy="44087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9436" y="167640"/>
            <a:ext cx="2457450" cy="110490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681" y="116204"/>
            <a:ext cx="2343150" cy="140970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8123" y="1435575"/>
            <a:ext cx="600075" cy="523875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8092" y="1435575"/>
            <a:ext cx="447675" cy="523875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8198" y="3805628"/>
            <a:ext cx="334708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0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2693670" cy="522528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 smtClean="0"/>
              <a:t>NFA-ꓥ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>
          <a:xfrm>
            <a:off x="741082" y="1226850"/>
            <a:ext cx="23887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b="0" i="0" u="none" strike="noStrike" baseline="0" dirty="0" smtClean="0">
                <a:solidFill>
                  <a:srgbClr val="000000"/>
                </a:solidFill>
                <a:latin typeface="MTSY"/>
              </a:rPr>
              <a:t>{</a:t>
            </a:r>
            <a:r>
              <a:rPr lang="tr-TR" sz="3200" b="0" i="0" u="none" strike="noStrike" baseline="0" dirty="0" err="1" smtClean="0">
                <a:solidFill>
                  <a:srgbClr val="000000"/>
                </a:solidFill>
                <a:latin typeface="Helvetica-Light"/>
              </a:rPr>
              <a:t>aa,aab</a:t>
            </a:r>
            <a:r>
              <a:rPr lang="tr-TR" sz="3200" b="0" i="0" u="none" strike="noStrike" baseline="0" dirty="0" smtClean="0">
                <a:solidFill>
                  <a:srgbClr val="000000"/>
                </a:solidFill>
                <a:latin typeface="MTSY"/>
              </a:rPr>
              <a:t>}</a:t>
            </a:r>
            <a:r>
              <a:rPr lang="tr-TR" sz="2800" b="0" i="0" u="none" strike="noStrike" baseline="0" dirty="0" smtClean="0">
                <a:solidFill>
                  <a:srgbClr val="000000"/>
                </a:solidFill>
                <a:latin typeface="MTSY"/>
              </a:rPr>
              <a:t>∗</a:t>
            </a:r>
            <a:r>
              <a:rPr lang="tr-TR" sz="3200" b="0" i="0" u="none" strike="noStrike" baseline="0" dirty="0" smtClean="0">
                <a:solidFill>
                  <a:srgbClr val="000000"/>
                </a:solidFill>
                <a:latin typeface="MTSY"/>
              </a:rPr>
              <a:t>{</a:t>
            </a:r>
            <a:r>
              <a:rPr lang="tr-TR" sz="3200" b="0" i="0" u="none" strike="noStrike" baseline="0" dirty="0" smtClean="0">
                <a:solidFill>
                  <a:srgbClr val="000000"/>
                </a:solidFill>
                <a:latin typeface="Helvetica-Light"/>
              </a:rPr>
              <a:t>b</a:t>
            </a:r>
            <a:r>
              <a:rPr lang="tr-TR" sz="3200" b="0" i="0" u="none" strike="noStrike" baseline="0" dirty="0" smtClean="0">
                <a:solidFill>
                  <a:srgbClr val="000000"/>
                </a:solidFill>
                <a:latin typeface="MTSY"/>
              </a:rPr>
              <a:t>}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0822"/>
            <a:ext cx="3543300" cy="3644514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8590466" y="134293"/>
            <a:ext cx="19022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0" i="1" u="none" strike="noStrike" baseline="0" dirty="0" err="1" smtClean="0">
                <a:latin typeface="Times-Italic"/>
              </a:rPr>
              <a:t>aaaabaab</a:t>
            </a:r>
            <a:r>
              <a:rPr lang="tr-TR" sz="2400" b="0" i="0" u="none" strike="noStrike" baseline="0" dirty="0" smtClean="0">
                <a:latin typeface="Times-Roman"/>
              </a:rPr>
              <a:t>.</a:t>
            </a:r>
            <a:endParaRPr lang="tr-TR" sz="2400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965" y="887654"/>
            <a:ext cx="2990850" cy="5562600"/>
          </a:xfrm>
          <a:prstGeom prst="rect">
            <a:avLst/>
          </a:prstGeom>
        </p:spPr>
      </p:pic>
      <p:sp>
        <p:nvSpPr>
          <p:cNvPr id="8" name="Dikdörtgen 7"/>
          <p:cNvSpPr/>
          <p:nvPr/>
        </p:nvSpPr>
        <p:spPr>
          <a:xfrm>
            <a:off x="5944557" y="516457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0" i="0" u="none" strike="noStrike" baseline="0" dirty="0" smtClean="0">
                <a:latin typeface="Times-Roman"/>
              </a:rPr>
              <a:t>Hesaplama ağacı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422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2336485"/>
            <a:ext cx="5029200" cy="373191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04" y="319098"/>
            <a:ext cx="4366381" cy="938202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9427366" y="134432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0" i="1" u="none" strike="noStrike" baseline="0" dirty="0" err="1" smtClean="0">
                <a:latin typeface="Times-Italic"/>
              </a:rPr>
              <a:t>aababa</a:t>
            </a:r>
            <a:r>
              <a:rPr lang="tr-TR" b="0" i="0" u="none" strike="noStrike" baseline="0" dirty="0" smtClean="0">
                <a:latin typeface="Times-Roman"/>
              </a:rPr>
              <a:t>.</a:t>
            </a:r>
            <a:endParaRPr lang="tr-TR" dirty="0"/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498" y="595224"/>
            <a:ext cx="4031716" cy="626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2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56" y="547687"/>
            <a:ext cx="3364574" cy="1361123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504" y="420052"/>
            <a:ext cx="6224851" cy="32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8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36" y="164906"/>
            <a:ext cx="4465748" cy="3304927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" y="4034790"/>
            <a:ext cx="2078960" cy="71913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238" y="0"/>
            <a:ext cx="4046880" cy="195453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522" y="2443162"/>
            <a:ext cx="4215580" cy="169449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015" y="4626292"/>
            <a:ext cx="7029888" cy="19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7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91319" y="-268361"/>
            <a:ext cx="1523537" cy="290036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84037" y="1510558"/>
            <a:ext cx="2181008" cy="3343271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82586" y="-179061"/>
            <a:ext cx="2284990" cy="348321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32712" y="-392624"/>
            <a:ext cx="2574550" cy="362078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075309" y="2616037"/>
            <a:ext cx="1209678" cy="4819201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692" y="4030277"/>
            <a:ext cx="409575" cy="160020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7471" y="4030277"/>
            <a:ext cx="3524250" cy="32385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6127" y="4363648"/>
            <a:ext cx="3524250" cy="30480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7552" y="4677969"/>
            <a:ext cx="3552825" cy="285750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5096" y="4952853"/>
            <a:ext cx="3429000" cy="314325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7552" y="5278052"/>
            <a:ext cx="3495675" cy="352425"/>
          </a:xfrm>
          <a:prstGeom prst="rect">
            <a:avLst/>
          </a:prstGeom>
        </p:spPr>
      </p:pic>
      <p:sp>
        <p:nvSpPr>
          <p:cNvPr id="15" name="Metin kutusu 14"/>
          <p:cNvSpPr txBox="1"/>
          <p:nvPr/>
        </p:nvSpPr>
        <p:spPr>
          <a:xfrm>
            <a:off x="5292090" y="2823210"/>
            <a:ext cx="209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NFA</a:t>
            </a:r>
            <a:endParaRPr lang="tr-TR" dirty="0"/>
          </a:p>
        </p:txBody>
      </p:sp>
      <p:sp>
        <p:nvSpPr>
          <p:cNvPr id="16" name="Metin kutusu 15"/>
          <p:cNvSpPr txBox="1"/>
          <p:nvPr/>
        </p:nvSpPr>
        <p:spPr>
          <a:xfrm>
            <a:off x="9212580" y="2834709"/>
            <a:ext cx="209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DFA</a:t>
            </a:r>
            <a:endParaRPr lang="tr-TR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924485" y="1836545"/>
            <a:ext cx="209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NFA-ꓥ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2152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7637"/>
            <a:ext cx="3021330" cy="3512896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215" y="3660533"/>
            <a:ext cx="2381250" cy="278130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475" y="524827"/>
            <a:ext cx="5619750" cy="2762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75" y="801052"/>
            <a:ext cx="581025" cy="10572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801052"/>
            <a:ext cx="2695575" cy="107632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075" y="785850"/>
            <a:ext cx="2219325" cy="10953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6105" y="2709862"/>
            <a:ext cx="4591050" cy="383857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91440" y="147637"/>
            <a:ext cx="89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Örnek: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0760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990" y="580072"/>
            <a:ext cx="5054497" cy="837248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39" y="2190750"/>
            <a:ext cx="5245353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7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02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116</Words>
  <Application>Microsoft Office PowerPoint</Application>
  <PresentationFormat>Geniş ekran</PresentationFormat>
  <Paragraphs>16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Helvetica-Light</vt:lpstr>
      <vt:lpstr>MTMI</vt:lpstr>
      <vt:lpstr>MTSY</vt:lpstr>
      <vt:lpstr>Times-Italic</vt:lpstr>
      <vt:lpstr>Times-Roman</vt:lpstr>
      <vt:lpstr>Office Teması</vt:lpstr>
      <vt:lpstr>NFA ve NFA-ꓥ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NFA-ꓥ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NFA-ꓥ</dc:title>
  <dc:creator>Toshiba</dc:creator>
  <cp:lastModifiedBy>Toshiba</cp:lastModifiedBy>
  <cp:revision>16</cp:revision>
  <cp:lastPrinted>2020-07-21T14:22:53Z</cp:lastPrinted>
  <dcterms:created xsi:type="dcterms:W3CDTF">2020-07-21T12:44:14Z</dcterms:created>
  <dcterms:modified xsi:type="dcterms:W3CDTF">2020-10-27T07:46:51Z</dcterms:modified>
</cp:coreProperties>
</file>